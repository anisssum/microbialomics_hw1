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0" r:id="rId4"/>
  </p:sldMasterIdLst>
  <p:notesMasterIdLst>
    <p:notesMasterId r:id="rId5"/>
  </p:notesMasterIdLst>
  <p:sldIdLst>
    <p:sldId id="257" r:id="rId7"/>
    <p:sldId id="258" r:id="rId8"/>
    <p:sldId id="259" r:id="rId9"/>
    <p:sldId id="261" r:id="rId12"/>
  </p:sldIdLst>
  <p:sldSz cy="5143500" cx="9144000"/>
  <p:notesSz cx="6858000" cy="9144000"/>
  <p:embeddedFontLst>
    <p:embeddedFont>
      <p:font typeface="Lemon"/>
      <p:regular r:id="rId1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11">
          <p15:clr>
            <a:srgbClr val="A4A3A4"/>
          </p15:clr>
        </p15:guide>
        <p15:guide id="2" pos="2874">
          <p15:clr>
            <a:srgbClr val="A4A3A4"/>
          </p15:clr>
        </p15:guide>
        <p15:guide id="3" orient="horz" pos="3239">
          <p15:clr>
            <a:srgbClr val="A4A3A4"/>
          </p15:clr>
        </p15:guide>
        <p15:guide id="4">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11" orient="horz"/>
        <p:guide pos="2874"/>
        <p:guide pos="3239" orient="horz"/>
        <p:guide/>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5"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1" Type="http://schemas.openxmlformats.org/officeDocument/2006/relationships/font" Target="fonts/Lemon-regular.fntdata"/><Relationship Id="rId12"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7200"/>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7200"/>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Where is the conservation? Inside algal-like genes, the part homologous to the algal protein is about three and a half times less variable than the parts the virus added. The example A053R is conserved along the whole host domain; only its N-terminal viral extension varies. Promoters of stolen genes are constrained too, since they diverge slower than synonymous sites, but about twice as fast as promoters of core genes. So the protein is domesticated and the regulation is looser. Conclusion: the host-derived package is not neutral cargo; the neutral candidates are the ORFans.</a:t>
            </a:r>
          </a:p>
        </p:txBody>
      </p:sp>
      <p:sp>
        <p:nvSpPr>
          <p:cNvPr id="4" name="Slide Number Placeholder 3"/>
          <p:cNvSpPr>
            <a:spLocks noGrp="1"/>
          </p:cNvSpPr>
          <p:nvPr>
            <p:ph type="sldNum" idx="12"/>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g3f8bcdff0f0_1_4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9" name="Google Shape;119;g3f8bcdff0f0_1_4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r>
              <a:t>Giant viruses (NCLDV) have huge genomes, and a big part of them is genes taken from the host by horizontal transfer. Many of these genes have no known role. The question: once a gene is stolen, is it neutral cargo that drifts and decays, or does the virus keep it under selection? If it is kept, the conserved parts should tell us how it is used and expressed. The model is the chloroviruses: 132 complete genomes, 4 clades by host, and the host proteome is sequenced. The 4 clades are 4 independent replicates.</a:t>
            </a:r>
          </a:p>
        </p:txBody>
      </p:sp>
      <p:sp>
        <p:nvSpPr>
          <p:cNvPr id="120" name="Google Shape;120;g3f8bcdff0f0_1_45: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g3f8bcdff0f0_1_2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1" name="Google Shape;131;g3f8bcdff0f0_1_2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r>
              <a:t>Genes were called the same way in every genome with Prodigal and clustered into 1,642 orthogroups with MMseqs2. 99 single-copy core proteins gave the species tree and the 4 clades. Each orthogroup was classed by prevalence and by whether it has a green-algal homolog; accessory algal-like genes are the stolen package. For every gene in every clade: codon alignment, gene tree, codeml one-ratio model, and a likelihood-ratio test against a neutral model with omega fixed to 1. Then per-site diversity inside the gene and the divergence of the upstream region relative to synonymous sites. Everything runs from run_all.sh.</a:t>
            </a:r>
          </a:p>
        </p:txBody>
      </p:sp>
      <p:sp>
        <p:nvSpPr>
          <p:cNvPr id="132" name="Google Shape;132;g3f8bcdff0f0_1_23: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g3f8bcdff0f0_1_3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1" name="Google Shape;141;g3f8bcdff0f0_1_3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r>
              <a:t>Main result. Stolen genes have a median dN/dS of about 0.1, the same as the essential viral core. 97 percent of them reject omega = 1 individually, and none has omega above 1. A regression with clade, dS and gene length shows no difference from core genes. The same holds in each of the four clades, and it does not depend on how similar the gene still is to the host homolog, so it is not a trace of a recent transfer. The more neutral-looking part of the genome is the ORFans, not the host-derived genes.</a:t>
            </a:r>
          </a:p>
        </p:txBody>
      </p:sp>
      <p:sp>
        <p:nvSpPr>
          <p:cNvPr id="142" name="Google Shape;142;g3f8bcdff0f0_1_37: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8.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5.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p:cSld name="Title">
    <p:spTree>
      <p:nvGrpSpPr>
        <p:cNvPr id="15" name="Shape 15"/>
        <p:cNvGrpSpPr/>
        <p:nvPr/>
      </p:nvGrpSpPr>
      <p:grpSpPr>
        <a:xfrm>
          <a:off x="0" y="0"/>
          <a:ext cx="0" cy="0"/>
          <a:chOff x="0" y="0"/>
          <a:chExt cx="0" cy="0"/>
        </a:xfrm>
      </p:grpSpPr>
      <p:sp>
        <p:nvSpPr>
          <p:cNvPr id="16" name="Google Shape;16;p2"/>
          <p:cNvSpPr/>
          <p:nvPr/>
        </p:nvSpPr>
        <p:spPr>
          <a:xfrm>
            <a:off x="0" y="0"/>
            <a:ext cx="9144000" cy="5143499"/>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7" name="Google Shape;17;p2"/>
          <p:cNvSpPr txBox="1"/>
          <p:nvPr>
            <p:ph type="title"/>
          </p:nvPr>
        </p:nvSpPr>
        <p:spPr>
          <a:xfrm>
            <a:off x="161950" y="4240796"/>
            <a:ext cx="8730097" cy="72000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Clr>
                <a:schemeClr val="lt1"/>
              </a:buClr>
              <a:buSzPts val="2000"/>
              <a:buNone/>
              <a:defRPr b="1" i="0" sz="2000" u="none" cap="none" strike="noStrike">
                <a:solidFill>
                  <a:schemeClr val="lt1"/>
                </a:solidFil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pic>
        <p:nvPicPr>
          <p:cNvPr id="18" name="Google Shape;18;p2"/>
          <p:cNvPicPr preferRelativeResize="0"/>
          <p:nvPr/>
        </p:nvPicPr>
        <p:blipFill rotWithShape="1">
          <a:blip r:embed="rId2">
            <a:alphaModFix/>
          </a:blip>
          <a:srcRect b="0" l="0" r="0" t="0"/>
          <a:stretch/>
        </p:blipFill>
        <p:spPr>
          <a:xfrm>
            <a:off x="8262041" y="173170"/>
            <a:ext cx="720009" cy="300155"/>
          </a:xfrm>
          <a:prstGeom prst="rect">
            <a:avLst/>
          </a:prstGeom>
          <a:noFill/>
          <a:ln>
            <a:noFill/>
          </a:ln>
        </p:spPr>
      </p:pic>
      <p:sp>
        <p:nvSpPr>
          <p:cNvPr id="19" name="Google Shape;19;p2"/>
          <p:cNvSpPr txBox="1"/>
          <p:nvPr/>
        </p:nvSpPr>
        <p:spPr>
          <a:xfrm>
            <a:off x="161950" y="2282607"/>
            <a:ext cx="8730097" cy="720008"/>
          </a:xfrm>
          <a:prstGeom prst="rect">
            <a:avLst/>
          </a:prstGeom>
          <a:noFill/>
          <a:ln>
            <a:noFill/>
          </a:ln>
        </p:spPr>
        <p:txBody>
          <a:bodyPr anchorCtr="0" anchor="t" bIns="41425" lIns="82875" spcFirstLastPara="1" rIns="82875" wrap="square" tIns="41425">
            <a:noAutofit/>
          </a:bodyPr>
          <a:lstStyle/>
          <a:p>
            <a:pPr indent="0" lvl="0" marL="0" marR="0" rtl="0" algn="l">
              <a:lnSpc>
                <a:spcPct val="100000"/>
              </a:lnSpc>
              <a:spcBef>
                <a:spcPts val="0"/>
              </a:spcBef>
              <a:spcAft>
                <a:spcPts val="0"/>
              </a:spcAft>
              <a:buClr>
                <a:schemeClr val="lt1"/>
              </a:buClr>
              <a:buSzPts val="2000"/>
              <a:buFont typeface="Arial"/>
              <a:buNone/>
            </a:pPr>
            <a:r>
              <a:t/>
            </a:r>
            <a:endParaRPr b="1" i="0" sz="2000" u="none" cap="none" strike="noStrike">
              <a:solidFill>
                <a:schemeClr val="lt1"/>
              </a:solidFill>
              <a:latin typeface="Lemon"/>
              <a:ea typeface="Lemon"/>
              <a:cs typeface="Lemon"/>
              <a:sym typeface="Lemon"/>
            </a:endParaRPr>
          </a:p>
        </p:txBody>
      </p:sp>
      <p:sp>
        <p:nvSpPr>
          <p:cNvPr id="20" name="Google Shape;20;p2"/>
          <p:cNvSpPr txBox="1"/>
          <p:nvPr/>
        </p:nvSpPr>
        <p:spPr>
          <a:xfrm>
            <a:off x="148384" y="141723"/>
            <a:ext cx="4572000" cy="1569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4000" u="none" cap="none" strike="noStrike">
                <a:solidFill>
                  <a:schemeClr val="lt1"/>
                </a:solidFill>
              </a:rPr>
              <a:t>Microbial Omics</a:t>
            </a:r>
            <a:endParaRPr i="0" sz="2000" u="none" cap="none" strike="noStrike">
              <a:solidFill>
                <a:schemeClr val="lt1"/>
              </a:solidFill>
            </a:endParaRPr>
          </a:p>
          <a:p>
            <a:pPr indent="0" lvl="0" marL="0" marR="0" rtl="0" algn="l">
              <a:lnSpc>
                <a:spcPct val="100000"/>
              </a:lnSpc>
              <a:spcBef>
                <a:spcPts val="0"/>
              </a:spcBef>
              <a:spcAft>
                <a:spcPts val="0"/>
              </a:spcAft>
              <a:buNone/>
            </a:pPr>
            <a:r>
              <a:rPr lang="en-US" sz="1600">
                <a:solidFill>
                  <a:schemeClr val="lt1"/>
                </a:solidFill>
              </a:rPr>
              <a:t>Course projects</a:t>
            </a:r>
            <a:r>
              <a:rPr i="0" lang="en-US" sz="1600" u="none" cap="none" strike="noStrike">
                <a:solidFill>
                  <a:schemeClr val="lt1"/>
                </a:solidFill>
              </a:rPr>
              <a:t>,   2026</a:t>
            </a:r>
            <a:br>
              <a:rPr b="1" i="0" lang="en-US" sz="2000" u="none" cap="none" strike="noStrike">
                <a:solidFill>
                  <a:schemeClr val="lt1"/>
                </a:solidFill>
              </a:rPr>
            </a:br>
            <a:br>
              <a:rPr b="1" i="0" lang="en-US" sz="2000" u="none" cap="none" strike="noStrike">
                <a:solidFill>
                  <a:schemeClr val="lt1"/>
                </a:solidFill>
              </a:rPr>
            </a:br>
            <a:endParaRPr b="1" i="0" sz="2000" u="none" cap="none" strike="noStrike">
              <a:solidFill>
                <a:schemeClr val="lt1"/>
              </a:solidFill>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d">
  <p:cSld name="End">
    <p:spTree>
      <p:nvGrpSpPr>
        <p:cNvPr id="21" name="Shape 21"/>
        <p:cNvGrpSpPr/>
        <p:nvPr/>
      </p:nvGrpSpPr>
      <p:grpSpPr>
        <a:xfrm>
          <a:off x="0" y="0"/>
          <a:ext cx="0" cy="0"/>
          <a:chOff x="0" y="0"/>
          <a:chExt cx="0" cy="0"/>
        </a:xfrm>
      </p:grpSpPr>
      <p:sp>
        <p:nvSpPr>
          <p:cNvPr id="22" name="Google Shape;22;p3"/>
          <p:cNvSpPr/>
          <p:nvPr/>
        </p:nvSpPr>
        <p:spPr>
          <a:xfrm>
            <a:off x="0" y="0"/>
            <a:ext cx="9144000" cy="5143499"/>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pic>
        <p:nvPicPr>
          <p:cNvPr id="23" name="Google Shape;23;p3"/>
          <p:cNvPicPr preferRelativeResize="0"/>
          <p:nvPr/>
        </p:nvPicPr>
        <p:blipFill rotWithShape="1">
          <a:blip r:embed="rId2">
            <a:alphaModFix/>
          </a:blip>
          <a:srcRect b="0" l="0" r="0" t="0"/>
          <a:stretch/>
        </p:blipFill>
        <p:spPr>
          <a:xfrm>
            <a:off x="8262041" y="173170"/>
            <a:ext cx="720009" cy="300155"/>
          </a:xfrm>
          <a:prstGeom prst="rect">
            <a:avLst/>
          </a:prstGeom>
          <a:noFill/>
          <a:ln>
            <a:noFill/>
          </a:ln>
        </p:spPr>
      </p:pic>
      <p:sp>
        <p:nvSpPr>
          <p:cNvPr id="24" name="Google Shape;24;p3"/>
          <p:cNvSpPr txBox="1"/>
          <p:nvPr/>
        </p:nvSpPr>
        <p:spPr>
          <a:xfrm>
            <a:off x="161950" y="2282607"/>
            <a:ext cx="8730097" cy="720008"/>
          </a:xfrm>
          <a:prstGeom prst="rect">
            <a:avLst/>
          </a:prstGeom>
          <a:noFill/>
          <a:ln>
            <a:noFill/>
          </a:ln>
        </p:spPr>
        <p:txBody>
          <a:bodyPr anchorCtr="0" anchor="t" bIns="41425" lIns="82875" spcFirstLastPara="1" rIns="82875" wrap="square" tIns="41425">
            <a:noAutofit/>
          </a:bodyPr>
          <a:lstStyle/>
          <a:p>
            <a:pPr indent="0" lvl="0" marL="0" marR="0" rtl="0" algn="l">
              <a:lnSpc>
                <a:spcPct val="100000"/>
              </a:lnSpc>
              <a:spcBef>
                <a:spcPts val="0"/>
              </a:spcBef>
              <a:spcAft>
                <a:spcPts val="0"/>
              </a:spcAft>
              <a:buClr>
                <a:schemeClr val="lt1"/>
              </a:buClr>
              <a:buSzPts val="2000"/>
              <a:buFont typeface="Arial"/>
              <a:buNone/>
            </a:pPr>
            <a:r>
              <a:t/>
            </a:r>
            <a:endParaRPr b="1" i="0" sz="2000" u="none" cap="none" strike="noStrike">
              <a:solidFill>
                <a:schemeClr val="lt1"/>
              </a:solidFill>
              <a:latin typeface="Lemon"/>
              <a:ea typeface="Lemon"/>
              <a:cs typeface="Lemon"/>
              <a:sym typeface="Lemon"/>
            </a:endParaRPr>
          </a:p>
        </p:txBody>
      </p:sp>
      <p:sp>
        <p:nvSpPr>
          <p:cNvPr id="25" name="Google Shape;25;p3"/>
          <p:cNvSpPr txBox="1"/>
          <p:nvPr/>
        </p:nvSpPr>
        <p:spPr>
          <a:xfrm>
            <a:off x="148384" y="141723"/>
            <a:ext cx="4572000" cy="1569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4000" u="none" cap="none" strike="noStrike">
                <a:solidFill>
                  <a:schemeClr val="lt1"/>
                </a:solidFill>
              </a:rPr>
              <a:t>Microbial Omics</a:t>
            </a:r>
            <a:endParaRPr i="0" sz="2000" u="none" cap="none" strike="noStrike">
              <a:solidFill>
                <a:schemeClr val="lt1"/>
              </a:solidFill>
            </a:endParaRPr>
          </a:p>
          <a:p>
            <a:pPr indent="0" lvl="0" marL="0" marR="0" rtl="0" algn="l">
              <a:lnSpc>
                <a:spcPct val="100000"/>
              </a:lnSpc>
              <a:spcBef>
                <a:spcPts val="0"/>
              </a:spcBef>
              <a:spcAft>
                <a:spcPts val="0"/>
              </a:spcAft>
              <a:buNone/>
            </a:pPr>
            <a:r>
              <a:rPr i="0" lang="en-US" sz="1600" u="none" cap="none" strike="noStrike">
                <a:solidFill>
                  <a:schemeClr val="lt1"/>
                </a:solidFill>
              </a:rPr>
              <a:t>Daniil Smutin,   2026</a:t>
            </a:r>
            <a:br>
              <a:rPr b="1" i="0" lang="en-US" sz="2000" u="none" cap="none" strike="noStrike">
                <a:solidFill>
                  <a:schemeClr val="lt1"/>
                </a:solidFill>
              </a:rPr>
            </a:br>
            <a:br>
              <a:rPr b="1" i="0" lang="en-US" sz="2000" u="none" cap="none" strike="noStrike">
                <a:solidFill>
                  <a:schemeClr val="lt1"/>
                </a:solidFill>
              </a:rPr>
            </a:br>
            <a:endParaRPr b="1" i="0" sz="2000" u="none" cap="none" strike="noStrike">
              <a:solidFill>
                <a:schemeClr val="lt1"/>
              </a:solidFill>
            </a:endParaRPr>
          </a:p>
        </p:txBody>
      </p:sp>
      <p:sp>
        <p:nvSpPr>
          <p:cNvPr id="26" name="Google Shape;26;p3"/>
          <p:cNvSpPr txBox="1"/>
          <p:nvPr/>
        </p:nvSpPr>
        <p:spPr>
          <a:xfrm>
            <a:off x="148384" y="2391748"/>
            <a:ext cx="4572000" cy="4001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000" u="none" cap="none" strike="noStrike">
                <a:solidFill>
                  <a:schemeClr val="lt1"/>
                </a:solidFill>
              </a:rPr>
              <a:t>Next time:</a:t>
            </a:r>
            <a:endParaRPr b="1" i="0" sz="2000" u="none" cap="none" strike="noStrike">
              <a:solidFill>
                <a:schemeClr val="lt1"/>
              </a:solidFill>
            </a:endParaRPr>
          </a:p>
        </p:txBody>
      </p:sp>
      <p:sp>
        <p:nvSpPr>
          <p:cNvPr id="27" name="Google Shape;27;p3"/>
          <p:cNvSpPr txBox="1"/>
          <p:nvPr>
            <p:ph idx="1" type="body"/>
          </p:nvPr>
        </p:nvSpPr>
        <p:spPr>
          <a:xfrm>
            <a:off x="161925" y="2751138"/>
            <a:ext cx="8729663" cy="2251075"/>
          </a:xfrm>
          <a:prstGeom prst="rect">
            <a:avLst/>
          </a:prstGeom>
          <a:noFill/>
          <a:ln>
            <a:noFill/>
          </a:ln>
        </p:spPr>
        <p:txBody>
          <a:bodyPr anchorCtr="0" anchor="t" bIns="41425" lIns="82875" spcFirstLastPara="1" rIns="82875" wrap="square" tIns="41425">
            <a:normAutofit/>
          </a:bodyPr>
          <a:lstStyle>
            <a:lvl1pPr indent="-355600" lvl="0" marL="457200" algn="l">
              <a:spcBef>
                <a:spcPts val="400"/>
              </a:spcBef>
              <a:spcAft>
                <a:spcPts val="0"/>
              </a:spcAft>
              <a:buClr>
                <a:schemeClr val="lt1"/>
              </a:buClr>
              <a:buSzPts val="2000"/>
              <a:buChar char="•"/>
              <a:defRPr sz="2000">
                <a:solidFill>
                  <a:schemeClr val="lt1"/>
                </a:solidFill>
              </a:defRPr>
            </a:lvl1pPr>
            <a:lvl2pPr indent="-355600" lvl="1" marL="914400" algn="l">
              <a:spcBef>
                <a:spcPts val="400"/>
              </a:spcBef>
              <a:spcAft>
                <a:spcPts val="0"/>
              </a:spcAft>
              <a:buClr>
                <a:schemeClr val="lt1"/>
              </a:buClr>
              <a:buSzPts val="2000"/>
              <a:buChar char="–"/>
              <a:defRPr sz="2000">
                <a:solidFill>
                  <a:schemeClr val="lt1"/>
                </a:solidFill>
              </a:defRPr>
            </a:lvl2pPr>
            <a:lvl3pPr indent="-355600" lvl="2" marL="1371600" algn="l">
              <a:spcBef>
                <a:spcPts val="400"/>
              </a:spcBef>
              <a:spcAft>
                <a:spcPts val="0"/>
              </a:spcAft>
              <a:buClr>
                <a:schemeClr val="lt1"/>
              </a:buClr>
              <a:buSzPts val="2000"/>
              <a:buChar char="•"/>
              <a:defRPr sz="2000">
                <a:solidFill>
                  <a:schemeClr val="lt1"/>
                </a:solidFill>
              </a:defRPr>
            </a:lvl3pPr>
            <a:lvl4pPr indent="-355600" lvl="3" marL="1828800" algn="l">
              <a:spcBef>
                <a:spcPts val="400"/>
              </a:spcBef>
              <a:spcAft>
                <a:spcPts val="0"/>
              </a:spcAft>
              <a:buClr>
                <a:schemeClr val="lt1"/>
              </a:buClr>
              <a:buSzPts val="2000"/>
              <a:buChar char="–"/>
              <a:defRPr sz="2000">
                <a:solidFill>
                  <a:schemeClr val="lt1"/>
                </a:solidFill>
              </a:defRPr>
            </a:lvl4pPr>
            <a:lvl5pPr indent="-355600" lvl="4" marL="2286000" algn="l">
              <a:spcBef>
                <a:spcPts val="400"/>
              </a:spcBef>
              <a:spcAft>
                <a:spcPts val="0"/>
              </a:spcAft>
              <a:buClr>
                <a:schemeClr val="lt1"/>
              </a:buClr>
              <a:buSzPts val="2000"/>
              <a:buChar char="»"/>
              <a:defRPr sz="2000">
                <a:solidFill>
                  <a:schemeClr val="lt1"/>
                </a:solidFill>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A">
  <p:cSld name="QA">
    <p:spTree>
      <p:nvGrpSpPr>
        <p:cNvPr id="28" name="Shape 28"/>
        <p:cNvGrpSpPr/>
        <p:nvPr/>
      </p:nvGrpSpPr>
      <p:grpSpPr>
        <a:xfrm>
          <a:off x="0" y="0"/>
          <a:ext cx="0" cy="0"/>
          <a:chOff x="0" y="0"/>
          <a:chExt cx="0" cy="0"/>
        </a:xfrm>
      </p:grpSpPr>
      <p:sp>
        <p:nvSpPr>
          <p:cNvPr id="29" name="Google Shape;29;p4"/>
          <p:cNvSpPr/>
          <p:nvPr/>
        </p:nvSpPr>
        <p:spPr>
          <a:xfrm>
            <a:off x="0" y="0"/>
            <a:ext cx="9144000" cy="5143499"/>
          </a:xfrm>
          <a:prstGeom prst="rect">
            <a:avLst/>
          </a:prstGeom>
          <a:solidFill>
            <a:srgbClr val="D8D8D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30" name="Google Shape;30;p4"/>
          <p:cNvSpPr txBox="1"/>
          <p:nvPr/>
        </p:nvSpPr>
        <p:spPr>
          <a:xfrm>
            <a:off x="161950" y="2282607"/>
            <a:ext cx="8730097" cy="720008"/>
          </a:xfrm>
          <a:prstGeom prst="rect">
            <a:avLst/>
          </a:prstGeom>
          <a:noFill/>
          <a:ln>
            <a:noFill/>
          </a:ln>
        </p:spPr>
        <p:txBody>
          <a:bodyPr anchorCtr="0" anchor="t" bIns="41425" lIns="82875" spcFirstLastPara="1" rIns="82875" wrap="square" tIns="41425">
            <a:noAutofit/>
          </a:bodyPr>
          <a:lstStyle/>
          <a:p>
            <a:pPr indent="0" lvl="0" marL="0" marR="0" rtl="0" algn="l">
              <a:lnSpc>
                <a:spcPct val="100000"/>
              </a:lnSpc>
              <a:spcBef>
                <a:spcPts val="0"/>
              </a:spcBef>
              <a:spcAft>
                <a:spcPts val="0"/>
              </a:spcAft>
              <a:buClr>
                <a:schemeClr val="lt1"/>
              </a:buClr>
              <a:buSzPts val="2000"/>
              <a:buFont typeface="Arial"/>
              <a:buNone/>
            </a:pPr>
            <a:r>
              <a:t/>
            </a:r>
            <a:endParaRPr b="1" i="0" sz="2000" u="none" cap="none" strike="noStrike">
              <a:solidFill>
                <a:schemeClr val="lt1"/>
              </a:solidFill>
              <a:latin typeface="Lemon"/>
              <a:ea typeface="Lemon"/>
              <a:cs typeface="Lemon"/>
              <a:sym typeface="Lemon"/>
            </a:endParaRPr>
          </a:p>
        </p:txBody>
      </p:sp>
      <p:sp>
        <p:nvSpPr>
          <p:cNvPr id="31" name="Google Shape;31;p4"/>
          <p:cNvSpPr txBox="1"/>
          <p:nvPr/>
        </p:nvSpPr>
        <p:spPr>
          <a:xfrm>
            <a:off x="148384" y="141723"/>
            <a:ext cx="4572000" cy="1015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000" u="none" cap="none" strike="noStrike">
                <a:solidFill>
                  <a:schemeClr val="dk1"/>
                </a:solidFill>
              </a:rPr>
              <a:t>Microbial Omics</a:t>
            </a:r>
            <a:endParaRPr/>
          </a:p>
          <a:p>
            <a:pPr indent="0" lvl="0" marL="0" marR="0" rtl="0" algn="l">
              <a:lnSpc>
                <a:spcPct val="100000"/>
              </a:lnSpc>
              <a:spcBef>
                <a:spcPts val="0"/>
              </a:spcBef>
              <a:spcAft>
                <a:spcPts val="0"/>
              </a:spcAft>
              <a:buNone/>
            </a:pPr>
            <a:br>
              <a:rPr b="1" i="0" lang="en-US" sz="2000" u="none" cap="none" strike="noStrike">
                <a:solidFill>
                  <a:schemeClr val="dk1"/>
                </a:solidFill>
              </a:rPr>
            </a:br>
            <a:endParaRPr b="1" i="0" sz="2000" u="none" cap="none" strike="noStrike">
              <a:solidFill>
                <a:schemeClr val="dk1"/>
              </a:solidFill>
            </a:endParaRPr>
          </a:p>
        </p:txBody>
      </p:sp>
      <p:pic>
        <p:nvPicPr>
          <p:cNvPr id="32" name="Google Shape;32;p4"/>
          <p:cNvPicPr preferRelativeResize="0"/>
          <p:nvPr/>
        </p:nvPicPr>
        <p:blipFill rotWithShape="1">
          <a:blip r:embed="rId2">
            <a:alphaModFix/>
          </a:blip>
          <a:srcRect b="0" l="0" r="0" t="0"/>
          <a:stretch/>
        </p:blipFill>
        <p:spPr>
          <a:xfrm>
            <a:off x="8262041" y="173170"/>
            <a:ext cx="720009" cy="300155"/>
          </a:xfrm>
          <a:prstGeom prst="rect">
            <a:avLst/>
          </a:prstGeom>
          <a:noFill/>
          <a:ln>
            <a:noFill/>
          </a:ln>
        </p:spPr>
      </p:pic>
      <p:sp>
        <p:nvSpPr>
          <p:cNvPr id="33" name="Google Shape;33;p4"/>
          <p:cNvSpPr txBox="1"/>
          <p:nvPr/>
        </p:nvSpPr>
        <p:spPr>
          <a:xfrm>
            <a:off x="148384" y="4242283"/>
            <a:ext cx="4572000" cy="70788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t/>
            </a:r>
            <a:endParaRPr b="1" i="0" sz="2000" u="none" cap="none" strike="noStrike">
              <a:solidFill>
                <a:schemeClr val="dk1"/>
              </a:solidFill>
              <a:latin typeface="Lemon"/>
              <a:ea typeface="Lemon"/>
              <a:cs typeface="Lemon"/>
              <a:sym typeface="Lemon"/>
            </a:endParaRPr>
          </a:p>
          <a:p>
            <a:pPr indent="0" lvl="0" marL="0" marR="0" rtl="0" algn="l">
              <a:lnSpc>
                <a:spcPct val="100000"/>
              </a:lnSpc>
              <a:spcBef>
                <a:spcPts val="0"/>
              </a:spcBef>
              <a:spcAft>
                <a:spcPts val="0"/>
              </a:spcAft>
              <a:buNone/>
            </a:pPr>
            <a:r>
              <a:rPr b="1" i="0" lang="en-US" sz="2000" u="none" cap="none" strike="noStrike">
                <a:solidFill>
                  <a:schemeClr val="dk1"/>
                </a:solidFill>
                <a:latin typeface="Lemon"/>
                <a:ea typeface="Lemon"/>
                <a:cs typeface="Lemon"/>
                <a:sym typeface="Lemon"/>
              </a:rPr>
              <a:t>Q&amp;A</a:t>
            </a:r>
            <a:endParaRPr b="1" i="0" sz="2000" u="none" cap="none" strike="noStrike">
              <a:solidFill>
                <a:schemeClr val="dk1"/>
              </a:solidFill>
              <a:latin typeface="Arial"/>
              <a:ea typeface="Arial"/>
              <a:cs typeface="Arial"/>
              <a:sym typeface="Arial"/>
            </a:endParaRPr>
          </a:p>
        </p:txBody>
      </p:sp>
      <p:pic>
        <p:nvPicPr>
          <p:cNvPr id="34" name="Google Shape;34;p4"/>
          <p:cNvPicPr preferRelativeResize="0"/>
          <p:nvPr/>
        </p:nvPicPr>
        <p:blipFill rotWithShape="1">
          <a:blip r:embed="rId3">
            <a:alphaModFix/>
          </a:blip>
          <a:srcRect b="0" l="0" r="0" t="0"/>
          <a:stretch/>
        </p:blipFill>
        <p:spPr>
          <a:xfrm>
            <a:off x="8106157" y="4101767"/>
            <a:ext cx="889459" cy="889459"/>
          </a:xfrm>
          <a:prstGeom prst="rect">
            <a:avLst/>
          </a:prstGeom>
          <a:noFill/>
          <a:ln>
            <a:noFill/>
          </a:ln>
        </p:spPr>
      </p:pic>
      <p:sp>
        <p:nvSpPr>
          <p:cNvPr id="35" name="Google Shape;35;p4"/>
          <p:cNvSpPr txBox="1"/>
          <p:nvPr>
            <p:ph idx="1" type="body"/>
          </p:nvPr>
        </p:nvSpPr>
        <p:spPr>
          <a:xfrm>
            <a:off x="161951" y="1337443"/>
            <a:ext cx="5940066" cy="2854325"/>
          </a:xfrm>
          <a:prstGeom prst="rect">
            <a:avLst/>
          </a:prstGeom>
          <a:noFill/>
          <a:ln>
            <a:noFill/>
          </a:ln>
        </p:spPr>
        <p:txBody>
          <a:bodyPr anchorCtr="0" anchor="t" bIns="41425" lIns="82875" spcFirstLastPara="1" rIns="82875" wrap="square" tIns="41425">
            <a:noAutofit/>
          </a:bodyPr>
          <a:lstStyle>
            <a:lvl1pPr indent="-381000" lvl="0" marL="457200" algn="l">
              <a:spcBef>
                <a:spcPts val="560"/>
              </a:spcBef>
              <a:spcAft>
                <a:spcPts val="0"/>
              </a:spcAft>
              <a:buClr>
                <a:schemeClr val="dk1"/>
              </a:buClr>
              <a:buSzPts val="2400"/>
              <a:buChar char="•"/>
              <a:defRPr sz="2400">
                <a:solidFill>
                  <a:schemeClr val="dk1"/>
                </a:solidFill>
              </a:defRPr>
            </a:lvl1pPr>
            <a:lvl2pPr indent="-381000" lvl="1" marL="914400" algn="l">
              <a:spcBef>
                <a:spcPts val="560"/>
              </a:spcBef>
              <a:spcAft>
                <a:spcPts val="0"/>
              </a:spcAft>
              <a:buClr>
                <a:schemeClr val="dk1"/>
              </a:buClr>
              <a:buSzPts val="2400"/>
              <a:buChar char="–"/>
              <a:defRPr sz="2400">
                <a:solidFill>
                  <a:schemeClr val="dk1"/>
                </a:solidFill>
              </a:defRPr>
            </a:lvl2pPr>
            <a:lvl3pPr indent="-381000" lvl="2" marL="1371600" algn="l">
              <a:spcBef>
                <a:spcPts val="560"/>
              </a:spcBef>
              <a:spcAft>
                <a:spcPts val="0"/>
              </a:spcAft>
              <a:buClr>
                <a:schemeClr val="dk1"/>
              </a:buClr>
              <a:buSzPts val="2400"/>
              <a:buChar char="•"/>
              <a:defRPr sz="2400">
                <a:solidFill>
                  <a:schemeClr val="dk1"/>
                </a:solidFill>
              </a:defRPr>
            </a:lvl3pPr>
            <a:lvl4pPr indent="-381000" lvl="3" marL="1828800" algn="l">
              <a:spcBef>
                <a:spcPts val="560"/>
              </a:spcBef>
              <a:spcAft>
                <a:spcPts val="0"/>
              </a:spcAft>
              <a:buClr>
                <a:schemeClr val="dk1"/>
              </a:buClr>
              <a:buSzPts val="2400"/>
              <a:buChar char="–"/>
              <a:defRPr sz="2400">
                <a:solidFill>
                  <a:schemeClr val="dk1"/>
                </a:solidFill>
              </a:defRPr>
            </a:lvl4pPr>
            <a:lvl5pPr indent="-381000" lvl="4" marL="2286000" algn="l">
              <a:spcBef>
                <a:spcPts val="560"/>
              </a:spcBef>
              <a:spcAft>
                <a:spcPts val="0"/>
              </a:spcAft>
              <a:buClr>
                <a:schemeClr val="dk1"/>
              </a:buClr>
              <a:buSzPts val="2400"/>
              <a:buChar char="»"/>
              <a:defRPr sz="2400">
                <a:solidFill>
                  <a:schemeClr val="dk1"/>
                </a:solidFill>
              </a:defRPr>
            </a:lvl5pPr>
            <a:lvl6pPr indent="-381000" lvl="5" marL="2743200" algn="l">
              <a:spcBef>
                <a:spcPts val="360"/>
              </a:spcBef>
              <a:spcAft>
                <a:spcPts val="0"/>
              </a:spcAft>
              <a:buClr>
                <a:schemeClr val="dk1"/>
              </a:buClr>
              <a:buSzPts val="2400"/>
              <a:buChar char="•"/>
              <a:defRPr sz="2400"/>
            </a:lvl6pPr>
            <a:lvl7pPr indent="-381000" lvl="6" marL="3200400" algn="l">
              <a:spcBef>
                <a:spcPts val="360"/>
              </a:spcBef>
              <a:spcAft>
                <a:spcPts val="0"/>
              </a:spcAft>
              <a:buClr>
                <a:schemeClr val="dk1"/>
              </a:buClr>
              <a:buSzPts val="2400"/>
              <a:buChar char="•"/>
              <a:defRPr sz="2400"/>
            </a:lvl7pPr>
            <a:lvl8pPr indent="-381000" lvl="7" marL="3657600" algn="l">
              <a:spcBef>
                <a:spcPts val="360"/>
              </a:spcBef>
              <a:spcAft>
                <a:spcPts val="0"/>
              </a:spcAft>
              <a:buClr>
                <a:schemeClr val="dk1"/>
              </a:buClr>
              <a:buSzPts val="2400"/>
              <a:buChar char="•"/>
              <a:defRPr sz="2400"/>
            </a:lvl8pPr>
            <a:lvl9pPr indent="-381000" lvl="8" marL="4114800" algn="l">
              <a:spcBef>
                <a:spcPts val="360"/>
              </a:spcBef>
              <a:spcAft>
                <a:spcPts val="0"/>
              </a:spcAft>
              <a:buClr>
                <a:schemeClr val="dk1"/>
              </a:buClr>
              <a:buSzPts val="2400"/>
              <a:buChar char="•"/>
              <a:defRPr sz="2400"/>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ard">
  <p:cSld name="hard">
    <p:spTree>
      <p:nvGrpSpPr>
        <p:cNvPr id="36" name="Shape 36"/>
        <p:cNvGrpSpPr/>
        <p:nvPr/>
      </p:nvGrpSpPr>
      <p:grpSpPr>
        <a:xfrm>
          <a:off x="0" y="0"/>
          <a:ext cx="0" cy="0"/>
          <a:chOff x="0" y="0"/>
          <a:chExt cx="0" cy="0"/>
        </a:xfrm>
      </p:grpSpPr>
      <p:sp>
        <p:nvSpPr>
          <p:cNvPr id="37" name="Google Shape;37;p5"/>
          <p:cNvSpPr/>
          <p:nvPr/>
        </p:nvSpPr>
        <p:spPr>
          <a:xfrm>
            <a:off x="0" y="0"/>
            <a:ext cx="9144000" cy="5143499"/>
          </a:xfrm>
          <a:prstGeom prst="rect">
            <a:avLst/>
          </a:prstGeom>
          <a:solidFill>
            <a:srgbClr val="D8D8D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38" name="Google Shape;38;p5"/>
          <p:cNvSpPr txBox="1"/>
          <p:nvPr>
            <p:ph type="title"/>
          </p:nvPr>
        </p:nvSpPr>
        <p:spPr>
          <a:xfrm>
            <a:off x="161950" y="4240796"/>
            <a:ext cx="8730097" cy="72000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Clr>
                <a:schemeClr val="dk1"/>
              </a:buClr>
              <a:buSzPts val="2000"/>
              <a:buNone/>
              <a:defRPr b="1" i="0" sz="2000" u="none" cap="none" strike="noStrike">
                <a:solidFill>
                  <a:schemeClr val="dk1"/>
                </a:solidFil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39" name="Google Shape;39;p5"/>
          <p:cNvSpPr txBox="1"/>
          <p:nvPr/>
        </p:nvSpPr>
        <p:spPr>
          <a:xfrm>
            <a:off x="161950" y="2282607"/>
            <a:ext cx="8730097" cy="720008"/>
          </a:xfrm>
          <a:prstGeom prst="rect">
            <a:avLst/>
          </a:prstGeom>
          <a:noFill/>
          <a:ln>
            <a:noFill/>
          </a:ln>
        </p:spPr>
        <p:txBody>
          <a:bodyPr anchorCtr="0" anchor="t" bIns="41425" lIns="82875" spcFirstLastPara="1" rIns="82875" wrap="square" tIns="41425">
            <a:noAutofit/>
          </a:bodyPr>
          <a:lstStyle/>
          <a:p>
            <a:pPr indent="0" lvl="0" marL="0" marR="0" rtl="0" algn="l">
              <a:lnSpc>
                <a:spcPct val="100000"/>
              </a:lnSpc>
              <a:spcBef>
                <a:spcPts val="0"/>
              </a:spcBef>
              <a:spcAft>
                <a:spcPts val="0"/>
              </a:spcAft>
              <a:buClr>
                <a:schemeClr val="lt1"/>
              </a:buClr>
              <a:buSzPts val="2000"/>
              <a:buFont typeface="Arial"/>
              <a:buNone/>
            </a:pPr>
            <a:r>
              <a:t/>
            </a:r>
            <a:endParaRPr b="1" i="0" sz="2000" u="none" cap="none" strike="noStrike">
              <a:solidFill>
                <a:schemeClr val="lt1"/>
              </a:solidFill>
              <a:latin typeface="Lemon"/>
              <a:ea typeface="Lemon"/>
              <a:cs typeface="Lemon"/>
              <a:sym typeface="Lemon"/>
            </a:endParaRPr>
          </a:p>
        </p:txBody>
      </p:sp>
      <p:sp>
        <p:nvSpPr>
          <p:cNvPr id="40" name="Google Shape;40;p5"/>
          <p:cNvSpPr txBox="1"/>
          <p:nvPr/>
        </p:nvSpPr>
        <p:spPr>
          <a:xfrm>
            <a:off x="148384" y="141723"/>
            <a:ext cx="4572000" cy="153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000" u="none" cap="none" strike="noStrike">
                <a:solidFill>
                  <a:schemeClr val="dk1"/>
                </a:solidFill>
              </a:rPr>
              <a:t>Microbial Omics</a:t>
            </a:r>
            <a:endParaRPr/>
          </a:p>
          <a:p>
            <a:pPr indent="0" lvl="0" marL="0" marR="0" rtl="0" algn="l">
              <a:lnSpc>
                <a:spcPct val="100000"/>
              </a:lnSpc>
              <a:spcBef>
                <a:spcPts val="0"/>
              </a:spcBef>
              <a:spcAft>
                <a:spcPts val="0"/>
              </a:spcAft>
              <a:buNone/>
            </a:pPr>
            <a:r>
              <a:t/>
            </a:r>
            <a:endParaRPr i="0" sz="1800" u="none" cap="none" strike="noStrike">
              <a:solidFill>
                <a:schemeClr val="dk1"/>
              </a:solidFill>
            </a:endParaRPr>
          </a:p>
          <a:p>
            <a:pPr indent="0" lvl="0" marL="0" marR="0" rtl="0" algn="l">
              <a:lnSpc>
                <a:spcPct val="100000"/>
              </a:lnSpc>
              <a:spcBef>
                <a:spcPts val="0"/>
              </a:spcBef>
              <a:spcAft>
                <a:spcPts val="0"/>
              </a:spcAft>
              <a:buNone/>
            </a:pPr>
            <a:r>
              <a:rPr i="0" lang="en-US" sz="1600" u="none" cap="none" strike="noStrike">
                <a:solidFill>
                  <a:schemeClr val="dk1"/>
                </a:solidFill>
              </a:rPr>
              <a:t>Daniil Smutin,   2026</a:t>
            </a:r>
            <a:br>
              <a:rPr b="1" i="0" lang="en-US" sz="2000" u="none" cap="none" strike="noStrike">
                <a:solidFill>
                  <a:schemeClr val="dk1"/>
                </a:solidFill>
              </a:rPr>
            </a:br>
            <a:br>
              <a:rPr b="1" i="0" lang="en-US" sz="2000" u="none" cap="none" strike="noStrike">
                <a:solidFill>
                  <a:schemeClr val="dk1"/>
                </a:solidFill>
              </a:rPr>
            </a:br>
            <a:endParaRPr b="1" i="0" sz="2000" u="none" cap="none" strike="noStrike">
              <a:solidFill>
                <a:schemeClr val="dk1"/>
              </a:solidFill>
            </a:endParaRPr>
          </a:p>
        </p:txBody>
      </p:sp>
      <p:pic>
        <p:nvPicPr>
          <p:cNvPr id="41" name="Google Shape;41;p5"/>
          <p:cNvPicPr preferRelativeResize="0"/>
          <p:nvPr/>
        </p:nvPicPr>
        <p:blipFill rotWithShape="1">
          <a:blip r:embed="rId2">
            <a:alphaModFix/>
          </a:blip>
          <a:srcRect b="0" l="0" r="0" t="0"/>
          <a:stretch/>
        </p:blipFill>
        <p:spPr>
          <a:xfrm>
            <a:off x="8024722" y="4133009"/>
            <a:ext cx="1029275" cy="935582"/>
          </a:xfrm>
          <a:prstGeom prst="rect">
            <a:avLst/>
          </a:prstGeom>
          <a:noFill/>
          <a:ln>
            <a:noFill/>
          </a:ln>
        </p:spPr>
      </p:pic>
      <p:pic>
        <p:nvPicPr>
          <p:cNvPr id="42" name="Google Shape;42;p5"/>
          <p:cNvPicPr preferRelativeResize="0"/>
          <p:nvPr/>
        </p:nvPicPr>
        <p:blipFill rotWithShape="1">
          <a:blip r:embed="rId3">
            <a:alphaModFix/>
          </a:blip>
          <a:srcRect b="0" l="0" r="0" t="0"/>
          <a:stretch/>
        </p:blipFill>
        <p:spPr>
          <a:xfrm>
            <a:off x="8262041" y="173170"/>
            <a:ext cx="720009" cy="300155"/>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eneral">
  <p:cSld name="general">
    <p:spTree>
      <p:nvGrpSpPr>
        <p:cNvPr id="43" name="Shape 43"/>
        <p:cNvGrpSpPr/>
        <p:nvPr/>
      </p:nvGrpSpPr>
      <p:grpSpPr>
        <a:xfrm>
          <a:off x="0" y="0"/>
          <a:ext cx="0" cy="0"/>
          <a:chOff x="0" y="0"/>
          <a:chExt cx="0" cy="0"/>
        </a:xfrm>
      </p:grpSpPr>
      <p:sp>
        <p:nvSpPr>
          <p:cNvPr id="44" name="Google Shape;44;p6"/>
          <p:cNvSpPr/>
          <p:nvPr/>
        </p:nvSpPr>
        <p:spPr>
          <a:xfrm>
            <a:off x="0" y="0"/>
            <a:ext cx="9144000" cy="5143499"/>
          </a:xfrm>
          <a:prstGeom prst="rect">
            <a:avLst/>
          </a:prstGeom>
          <a:solidFill>
            <a:srgbClr val="D8D8D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45" name="Google Shape;45;p6"/>
          <p:cNvSpPr txBox="1"/>
          <p:nvPr>
            <p:ph type="title"/>
          </p:nvPr>
        </p:nvSpPr>
        <p:spPr>
          <a:xfrm>
            <a:off x="161950" y="4240796"/>
            <a:ext cx="8730097" cy="72000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Clr>
                <a:schemeClr val="dk1"/>
              </a:buClr>
              <a:buSzPts val="2000"/>
              <a:buNone/>
              <a:defRPr b="1" i="0" sz="2000" u="none" cap="none" strike="noStrike">
                <a:solidFill>
                  <a:schemeClr val="dk1"/>
                </a:solidFil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46" name="Google Shape;46;p6"/>
          <p:cNvSpPr txBox="1"/>
          <p:nvPr/>
        </p:nvSpPr>
        <p:spPr>
          <a:xfrm>
            <a:off x="161950" y="2282607"/>
            <a:ext cx="8730097" cy="720008"/>
          </a:xfrm>
          <a:prstGeom prst="rect">
            <a:avLst/>
          </a:prstGeom>
          <a:noFill/>
          <a:ln>
            <a:noFill/>
          </a:ln>
        </p:spPr>
        <p:txBody>
          <a:bodyPr anchorCtr="0" anchor="t" bIns="41425" lIns="82875" spcFirstLastPara="1" rIns="82875" wrap="square" tIns="41425">
            <a:noAutofit/>
          </a:bodyPr>
          <a:lstStyle/>
          <a:p>
            <a:pPr indent="0" lvl="0" marL="0" marR="0" rtl="0" algn="l">
              <a:lnSpc>
                <a:spcPct val="100000"/>
              </a:lnSpc>
              <a:spcBef>
                <a:spcPts val="0"/>
              </a:spcBef>
              <a:spcAft>
                <a:spcPts val="0"/>
              </a:spcAft>
              <a:buClr>
                <a:schemeClr val="lt1"/>
              </a:buClr>
              <a:buSzPts val="2000"/>
              <a:buFont typeface="Arial"/>
              <a:buNone/>
            </a:pPr>
            <a:r>
              <a:t/>
            </a:r>
            <a:endParaRPr b="1" i="0" sz="2000" u="none" cap="none" strike="noStrike">
              <a:solidFill>
                <a:schemeClr val="lt1"/>
              </a:solidFill>
              <a:latin typeface="Lemon"/>
              <a:ea typeface="Lemon"/>
              <a:cs typeface="Lemon"/>
              <a:sym typeface="Lemon"/>
            </a:endParaRPr>
          </a:p>
        </p:txBody>
      </p:sp>
      <p:sp>
        <p:nvSpPr>
          <p:cNvPr id="47" name="Google Shape;47;p6"/>
          <p:cNvSpPr txBox="1"/>
          <p:nvPr/>
        </p:nvSpPr>
        <p:spPr>
          <a:xfrm>
            <a:off x="148384" y="141723"/>
            <a:ext cx="4572000" cy="153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000" u="none" cap="none" strike="noStrike">
                <a:solidFill>
                  <a:schemeClr val="dk1"/>
                </a:solidFill>
              </a:rPr>
              <a:t>Microbial Omics</a:t>
            </a:r>
            <a:endParaRPr/>
          </a:p>
          <a:p>
            <a:pPr indent="0" lvl="0" marL="0" marR="0" rtl="0" algn="l">
              <a:lnSpc>
                <a:spcPct val="100000"/>
              </a:lnSpc>
              <a:spcBef>
                <a:spcPts val="0"/>
              </a:spcBef>
              <a:spcAft>
                <a:spcPts val="0"/>
              </a:spcAft>
              <a:buNone/>
            </a:pPr>
            <a:r>
              <a:t/>
            </a:r>
            <a:endParaRPr i="0" sz="1800" u="none" cap="none" strike="noStrike">
              <a:solidFill>
                <a:schemeClr val="dk1"/>
              </a:solidFill>
            </a:endParaRPr>
          </a:p>
          <a:p>
            <a:pPr indent="0" lvl="0" marL="0" marR="0" rtl="0" algn="l">
              <a:lnSpc>
                <a:spcPct val="100000"/>
              </a:lnSpc>
              <a:spcBef>
                <a:spcPts val="0"/>
              </a:spcBef>
              <a:spcAft>
                <a:spcPts val="0"/>
              </a:spcAft>
              <a:buNone/>
            </a:pPr>
            <a:r>
              <a:rPr i="0" lang="en-US" sz="1600" u="none" cap="none" strike="noStrike">
                <a:solidFill>
                  <a:schemeClr val="dk1"/>
                </a:solidFill>
              </a:rPr>
              <a:t>Daniil Smutin,   2026</a:t>
            </a:r>
            <a:br>
              <a:rPr b="1" i="0" lang="en-US" sz="2000" u="none" cap="none" strike="noStrike">
                <a:solidFill>
                  <a:schemeClr val="dk1"/>
                </a:solidFill>
              </a:rPr>
            </a:br>
            <a:br>
              <a:rPr b="1" i="0" lang="en-US" sz="2000" u="none" cap="none" strike="noStrike">
                <a:solidFill>
                  <a:schemeClr val="dk1"/>
                </a:solidFill>
              </a:rPr>
            </a:br>
            <a:endParaRPr b="1" i="0" sz="2000" u="none" cap="none" strike="noStrike">
              <a:solidFill>
                <a:schemeClr val="dk1"/>
              </a:solidFill>
            </a:endParaRPr>
          </a:p>
        </p:txBody>
      </p:sp>
      <p:pic>
        <p:nvPicPr>
          <p:cNvPr id="48" name="Google Shape;48;p6"/>
          <p:cNvPicPr preferRelativeResize="0"/>
          <p:nvPr/>
        </p:nvPicPr>
        <p:blipFill rotWithShape="1">
          <a:blip r:embed="rId2">
            <a:alphaModFix/>
          </a:blip>
          <a:srcRect b="0" l="0" r="0" t="0"/>
          <a:stretch/>
        </p:blipFill>
        <p:spPr>
          <a:xfrm>
            <a:off x="8262041" y="173170"/>
            <a:ext cx="720009" cy="300155"/>
          </a:xfrm>
          <a:prstGeom prst="rect">
            <a:avLst/>
          </a:prstGeom>
          <a:noFill/>
          <a:ln>
            <a:noFill/>
          </a:ln>
        </p:spPr>
      </p:pic>
      <p:pic>
        <p:nvPicPr>
          <p:cNvPr id="49" name="Google Shape;49;p6"/>
          <p:cNvPicPr preferRelativeResize="0"/>
          <p:nvPr/>
        </p:nvPicPr>
        <p:blipFill rotWithShape="1">
          <a:blip r:embed="rId3">
            <a:alphaModFix/>
          </a:blip>
          <a:srcRect b="0" l="0" r="0" t="0"/>
          <a:stretch/>
        </p:blipFill>
        <p:spPr>
          <a:xfrm>
            <a:off x="7973637" y="4079933"/>
            <a:ext cx="1098413" cy="1041733"/>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th">
  <p:cSld name="math">
    <p:spTree>
      <p:nvGrpSpPr>
        <p:cNvPr id="50" name="Shape 50"/>
        <p:cNvGrpSpPr/>
        <p:nvPr/>
      </p:nvGrpSpPr>
      <p:grpSpPr>
        <a:xfrm>
          <a:off x="0" y="0"/>
          <a:ext cx="0" cy="0"/>
          <a:chOff x="0" y="0"/>
          <a:chExt cx="0" cy="0"/>
        </a:xfrm>
      </p:grpSpPr>
      <p:sp>
        <p:nvSpPr>
          <p:cNvPr id="51" name="Google Shape;51;p7"/>
          <p:cNvSpPr/>
          <p:nvPr/>
        </p:nvSpPr>
        <p:spPr>
          <a:xfrm>
            <a:off x="0" y="0"/>
            <a:ext cx="9144000" cy="5143499"/>
          </a:xfrm>
          <a:prstGeom prst="rect">
            <a:avLst/>
          </a:prstGeom>
          <a:solidFill>
            <a:srgbClr val="D8D8D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52" name="Google Shape;52;p7"/>
          <p:cNvSpPr txBox="1"/>
          <p:nvPr>
            <p:ph type="title"/>
          </p:nvPr>
        </p:nvSpPr>
        <p:spPr>
          <a:xfrm>
            <a:off x="161950" y="4240796"/>
            <a:ext cx="8730097" cy="72000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Clr>
                <a:schemeClr val="dk1"/>
              </a:buClr>
              <a:buSzPts val="2000"/>
              <a:buNone/>
              <a:defRPr b="1" i="0" sz="2000" u="none" cap="none" strike="noStrike">
                <a:solidFill>
                  <a:schemeClr val="dk1"/>
                </a:solidFil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53" name="Google Shape;53;p7"/>
          <p:cNvSpPr txBox="1"/>
          <p:nvPr/>
        </p:nvSpPr>
        <p:spPr>
          <a:xfrm>
            <a:off x="161950" y="2282607"/>
            <a:ext cx="8730097" cy="720008"/>
          </a:xfrm>
          <a:prstGeom prst="rect">
            <a:avLst/>
          </a:prstGeom>
          <a:noFill/>
          <a:ln>
            <a:noFill/>
          </a:ln>
        </p:spPr>
        <p:txBody>
          <a:bodyPr anchorCtr="0" anchor="t" bIns="41425" lIns="82875" spcFirstLastPara="1" rIns="82875" wrap="square" tIns="41425">
            <a:noAutofit/>
          </a:bodyPr>
          <a:lstStyle/>
          <a:p>
            <a:pPr indent="0" lvl="0" marL="0" marR="0" rtl="0" algn="l">
              <a:lnSpc>
                <a:spcPct val="100000"/>
              </a:lnSpc>
              <a:spcBef>
                <a:spcPts val="0"/>
              </a:spcBef>
              <a:spcAft>
                <a:spcPts val="0"/>
              </a:spcAft>
              <a:buClr>
                <a:schemeClr val="lt1"/>
              </a:buClr>
              <a:buSzPts val="2000"/>
              <a:buFont typeface="Arial"/>
              <a:buNone/>
            </a:pPr>
            <a:r>
              <a:t/>
            </a:r>
            <a:endParaRPr b="1" i="0" sz="2000" u="none" cap="none" strike="noStrike">
              <a:solidFill>
                <a:schemeClr val="lt1"/>
              </a:solidFill>
              <a:latin typeface="Lemon"/>
              <a:ea typeface="Lemon"/>
              <a:cs typeface="Lemon"/>
              <a:sym typeface="Lemon"/>
            </a:endParaRPr>
          </a:p>
        </p:txBody>
      </p:sp>
      <p:sp>
        <p:nvSpPr>
          <p:cNvPr id="54" name="Google Shape;54;p7"/>
          <p:cNvSpPr txBox="1"/>
          <p:nvPr/>
        </p:nvSpPr>
        <p:spPr>
          <a:xfrm>
            <a:off x="148384" y="141723"/>
            <a:ext cx="4572000" cy="153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000" u="none" cap="none" strike="noStrike">
                <a:solidFill>
                  <a:schemeClr val="dk1"/>
                </a:solidFill>
              </a:rPr>
              <a:t>Microbial Omics</a:t>
            </a:r>
            <a:endParaRPr/>
          </a:p>
          <a:p>
            <a:pPr indent="0" lvl="0" marL="0" marR="0" rtl="0" algn="l">
              <a:lnSpc>
                <a:spcPct val="100000"/>
              </a:lnSpc>
              <a:spcBef>
                <a:spcPts val="0"/>
              </a:spcBef>
              <a:spcAft>
                <a:spcPts val="0"/>
              </a:spcAft>
              <a:buNone/>
            </a:pPr>
            <a:r>
              <a:t/>
            </a:r>
            <a:endParaRPr i="0" sz="1800" u="none" cap="none" strike="noStrike">
              <a:solidFill>
                <a:schemeClr val="dk1"/>
              </a:solidFill>
            </a:endParaRPr>
          </a:p>
          <a:p>
            <a:pPr indent="0" lvl="0" marL="0" marR="0" rtl="0" algn="l">
              <a:lnSpc>
                <a:spcPct val="100000"/>
              </a:lnSpc>
              <a:spcBef>
                <a:spcPts val="0"/>
              </a:spcBef>
              <a:spcAft>
                <a:spcPts val="0"/>
              </a:spcAft>
              <a:buNone/>
            </a:pPr>
            <a:r>
              <a:rPr i="0" lang="en-US" sz="1600" u="none" cap="none" strike="noStrike">
                <a:solidFill>
                  <a:schemeClr val="dk1"/>
                </a:solidFill>
              </a:rPr>
              <a:t>Daniil Smutin,   2026</a:t>
            </a:r>
            <a:br>
              <a:rPr b="1" i="0" lang="en-US" sz="2000" u="none" cap="none" strike="noStrike">
                <a:solidFill>
                  <a:schemeClr val="dk1"/>
                </a:solidFill>
              </a:rPr>
            </a:br>
            <a:br>
              <a:rPr b="1" i="0" lang="en-US" sz="2000" u="none" cap="none" strike="noStrike">
                <a:solidFill>
                  <a:schemeClr val="dk1"/>
                </a:solidFill>
              </a:rPr>
            </a:br>
            <a:endParaRPr b="1" i="0" sz="2000" u="none" cap="none" strike="noStrike">
              <a:solidFill>
                <a:schemeClr val="dk1"/>
              </a:solidFill>
            </a:endParaRPr>
          </a:p>
        </p:txBody>
      </p:sp>
      <p:pic>
        <p:nvPicPr>
          <p:cNvPr id="55" name="Google Shape;55;p7"/>
          <p:cNvPicPr preferRelativeResize="0"/>
          <p:nvPr/>
        </p:nvPicPr>
        <p:blipFill rotWithShape="1">
          <a:blip r:embed="rId2">
            <a:alphaModFix/>
          </a:blip>
          <a:srcRect b="0" l="0" r="0" t="0"/>
          <a:stretch/>
        </p:blipFill>
        <p:spPr>
          <a:xfrm>
            <a:off x="8262041" y="173170"/>
            <a:ext cx="720009" cy="300155"/>
          </a:xfrm>
          <a:prstGeom prst="rect">
            <a:avLst/>
          </a:prstGeom>
          <a:noFill/>
          <a:ln>
            <a:noFill/>
          </a:ln>
        </p:spPr>
      </p:pic>
      <p:pic>
        <p:nvPicPr>
          <p:cNvPr id="56" name="Google Shape;56;p7"/>
          <p:cNvPicPr preferRelativeResize="0"/>
          <p:nvPr/>
        </p:nvPicPr>
        <p:blipFill rotWithShape="1">
          <a:blip r:embed="rId3">
            <a:alphaModFix/>
          </a:blip>
          <a:srcRect b="0" l="0" r="0" t="0"/>
          <a:stretch/>
        </p:blipFill>
        <p:spPr>
          <a:xfrm>
            <a:off x="7915128" y="4133008"/>
            <a:ext cx="1102896" cy="947695"/>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itation black">
  <p:cSld name="Citation black">
    <p:spTree>
      <p:nvGrpSpPr>
        <p:cNvPr id="57" name="Shape 57"/>
        <p:cNvGrpSpPr/>
        <p:nvPr/>
      </p:nvGrpSpPr>
      <p:grpSpPr>
        <a:xfrm>
          <a:off x="0" y="0"/>
          <a:ext cx="0" cy="0"/>
          <a:chOff x="0" y="0"/>
          <a:chExt cx="0" cy="0"/>
        </a:xfrm>
      </p:grpSpPr>
      <p:sp>
        <p:nvSpPr>
          <p:cNvPr id="58" name="Google Shape;58;p8"/>
          <p:cNvSpPr/>
          <p:nvPr/>
        </p:nvSpPr>
        <p:spPr>
          <a:xfrm>
            <a:off x="0" y="0"/>
            <a:ext cx="9144000" cy="5143499"/>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pic>
        <p:nvPicPr>
          <p:cNvPr id="59" name="Google Shape;59;p8"/>
          <p:cNvPicPr preferRelativeResize="0"/>
          <p:nvPr/>
        </p:nvPicPr>
        <p:blipFill rotWithShape="1">
          <a:blip r:embed="rId2">
            <a:alphaModFix/>
          </a:blip>
          <a:srcRect b="0" l="0" r="0" t="0"/>
          <a:stretch/>
        </p:blipFill>
        <p:spPr>
          <a:xfrm>
            <a:off x="8262041" y="173170"/>
            <a:ext cx="720009" cy="300155"/>
          </a:xfrm>
          <a:prstGeom prst="rect">
            <a:avLst/>
          </a:prstGeom>
          <a:noFill/>
          <a:ln>
            <a:noFill/>
          </a:ln>
        </p:spPr>
      </p:pic>
      <p:sp>
        <p:nvSpPr>
          <p:cNvPr id="60" name="Google Shape;60;p8"/>
          <p:cNvSpPr txBox="1"/>
          <p:nvPr/>
        </p:nvSpPr>
        <p:spPr>
          <a:xfrm>
            <a:off x="161950" y="2282607"/>
            <a:ext cx="8730097" cy="720008"/>
          </a:xfrm>
          <a:prstGeom prst="rect">
            <a:avLst/>
          </a:prstGeom>
          <a:noFill/>
          <a:ln>
            <a:noFill/>
          </a:ln>
        </p:spPr>
        <p:txBody>
          <a:bodyPr anchorCtr="0" anchor="t" bIns="41425" lIns="82875" spcFirstLastPara="1" rIns="82875" wrap="square" tIns="41425">
            <a:noAutofit/>
          </a:bodyPr>
          <a:lstStyle/>
          <a:p>
            <a:pPr indent="0" lvl="0" marL="0" marR="0" rtl="0" algn="l">
              <a:lnSpc>
                <a:spcPct val="100000"/>
              </a:lnSpc>
              <a:spcBef>
                <a:spcPts val="0"/>
              </a:spcBef>
              <a:spcAft>
                <a:spcPts val="0"/>
              </a:spcAft>
              <a:buClr>
                <a:schemeClr val="lt1"/>
              </a:buClr>
              <a:buSzPts val="2000"/>
              <a:buFont typeface="Arial"/>
              <a:buNone/>
            </a:pPr>
            <a:r>
              <a:t/>
            </a:r>
            <a:endParaRPr b="1" i="0" sz="2000" u="none" cap="none" strike="noStrike">
              <a:solidFill>
                <a:schemeClr val="lt1"/>
              </a:solidFill>
              <a:latin typeface="Lemon"/>
              <a:ea typeface="Lemon"/>
              <a:cs typeface="Lemon"/>
              <a:sym typeface="Lemon"/>
            </a:endParaRPr>
          </a:p>
        </p:txBody>
      </p:sp>
      <p:sp>
        <p:nvSpPr>
          <p:cNvPr id="61" name="Google Shape;61;p8"/>
          <p:cNvSpPr txBox="1"/>
          <p:nvPr/>
        </p:nvSpPr>
        <p:spPr>
          <a:xfrm>
            <a:off x="148384" y="141723"/>
            <a:ext cx="4572000" cy="101566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000" u="none" cap="none" strike="noStrike">
                <a:solidFill>
                  <a:schemeClr val="lt1"/>
                </a:solidFill>
              </a:rPr>
              <a:t>Microbial Omics</a:t>
            </a:r>
            <a:br>
              <a:rPr b="1" i="0" lang="en-US" sz="2000" u="none" cap="none" strike="noStrike">
                <a:solidFill>
                  <a:schemeClr val="lt1"/>
                </a:solidFill>
              </a:rPr>
            </a:br>
            <a:br>
              <a:rPr b="1" i="0" lang="en-US" sz="2000" u="none" cap="none" strike="noStrike">
                <a:solidFill>
                  <a:schemeClr val="lt1"/>
                </a:solidFill>
              </a:rPr>
            </a:br>
            <a:endParaRPr b="1" i="0" sz="2000" u="none" cap="none" strike="noStrike">
              <a:solidFill>
                <a:schemeClr val="lt1"/>
              </a:solidFill>
            </a:endParaRPr>
          </a:p>
        </p:txBody>
      </p:sp>
      <p:sp>
        <p:nvSpPr>
          <p:cNvPr id="62" name="Google Shape;62;p8"/>
          <p:cNvSpPr txBox="1"/>
          <p:nvPr>
            <p:ph idx="1" type="body"/>
          </p:nvPr>
        </p:nvSpPr>
        <p:spPr>
          <a:xfrm>
            <a:off x="161951" y="1067440"/>
            <a:ext cx="4319587" cy="2854325"/>
          </a:xfrm>
          <a:prstGeom prst="rect">
            <a:avLst/>
          </a:prstGeom>
          <a:noFill/>
          <a:ln>
            <a:noFill/>
          </a:ln>
        </p:spPr>
        <p:txBody>
          <a:bodyPr anchorCtr="0" anchor="t" bIns="41425" lIns="82875" spcFirstLastPara="1" rIns="82875" wrap="square" tIns="41425">
            <a:normAutofit/>
          </a:bodyPr>
          <a:lstStyle>
            <a:lvl1pPr indent="-381000" lvl="0" marL="457200" algn="l">
              <a:spcBef>
                <a:spcPts val="480"/>
              </a:spcBef>
              <a:spcAft>
                <a:spcPts val="0"/>
              </a:spcAft>
              <a:buClr>
                <a:schemeClr val="lt1"/>
              </a:buClr>
              <a:buSzPts val="2400"/>
              <a:buChar char="•"/>
              <a:defRPr sz="2400">
                <a:solidFill>
                  <a:schemeClr val="lt1"/>
                </a:solidFill>
              </a:defRPr>
            </a:lvl1pPr>
            <a:lvl2pPr indent="-381000" lvl="1" marL="914400" algn="l">
              <a:spcBef>
                <a:spcPts val="480"/>
              </a:spcBef>
              <a:spcAft>
                <a:spcPts val="0"/>
              </a:spcAft>
              <a:buClr>
                <a:schemeClr val="lt1"/>
              </a:buClr>
              <a:buSzPts val="2400"/>
              <a:buChar char="–"/>
              <a:defRPr sz="2400">
                <a:solidFill>
                  <a:schemeClr val="lt1"/>
                </a:solidFill>
              </a:defRPr>
            </a:lvl2pPr>
            <a:lvl3pPr indent="-381000" lvl="2" marL="1371600" algn="l">
              <a:spcBef>
                <a:spcPts val="480"/>
              </a:spcBef>
              <a:spcAft>
                <a:spcPts val="0"/>
              </a:spcAft>
              <a:buClr>
                <a:schemeClr val="lt1"/>
              </a:buClr>
              <a:buSzPts val="2400"/>
              <a:buChar char="•"/>
              <a:defRPr sz="2400">
                <a:solidFill>
                  <a:schemeClr val="lt1"/>
                </a:solidFill>
              </a:defRPr>
            </a:lvl3pPr>
            <a:lvl4pPr indent="-381000" lvl="3" marL="1828800" algn="l">
              <a:spcBef>
                <a:spcPts val="480"/>
              </a:spcBef>
              <a:spcAft>
                <a:spcPts val="0"/>
              </a:spcAft>
              <a:buClr>
                <a:schemeClr val="lt1"/>
              </a:buClr>
              <a:buSzPts val="2400"/>
              <a:buChar char="–"/>
              <a:defRPr sz="2400">
                <a:solidFill>
                  <a:schemeClr val="lt1"/>
                </a:solidFill>
              </a:defRPr>
            </a:lvl4pPr>
            <a:lvl5pPr indent="-381000" lvl="4" marL="2286000" algn="l">
              <a:spcBef>
                <a:spcPts val="480"/>
              </a:spcBef>
              <a:spcAft>
                <a:spcPts val="0"/>
              </a:spcAft>
              <a:buClr>
                <a:schemeClr val="lt1"/>
              </a:buClr>
              <a:buSzPts val="2400"/>
              <a:buChar char="»"/>
              <a:defRPr sz="2400">
                <a:solidFill>
                  <a:schemeClr val="lt1"/>
                </a:solidFill>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itation gray">
  <p:cSld name="Citation gray">
    <p:spTree>
      <p:nvGrpSpPr>
        <p:cNvPr id="63" name="Shape 63"/>
        <p:cNvGrpSpPr/>
        <p:nvPr/>
      </p:nvGrpSpPr>
      <p:grpSpPr>
        <a:xfrm>
          <a:off x="0" y="0"/>
          <a:ext cx="0" cy="0"/>
          <a:chOff x="0" y="0"/>
          <a:chExt cx="0" cy="0"/>
        </a:xfrm>
      </p:grpSpPr>
      <p:sp>
        <p:nvSpPr>
          <p:cNvPr id="64" name="Google Shape;64;p9"/>
          <p:cNvSpPr/>
          <p:nvPr/>
        </p:nvSpPr>
        <p:spPr>
          <a:xfrm>
            <a:off x="0" y="0"/>
            <a:ext cx="9144000" cy="5143499"/>
          </a:xfrm>
          <a:prstGeom prst="rect">
            <a:avLst/>
          </a:prstGeom>
          <a:solidFill>
            <a:srgbClr val="7F7F7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pic>
        <p:nvPicPr>
          <p:cNvPr id="65" name="Google Shape;65;p9"/>
          <p:cNvPicPr preferRelativeResize="0"/>
          <p:nvPr/>
        </p:nvPicPr>
        <p:blipFill rotWithShape="1">
          <a:blip r:embed="rId2">
            <a:alphaModFix/>
          </a:blip>
          <a:srcRect b="0" l="0" r="0" t="0"/>
          <a:stretch/>
        </p:blipFill>
        <p:spPr>
          <a:xfrm>
            <a:off x="8262041" y="173170"/>
            <a:ext cx="720009" cy="300155"/>
          </a:xfrm>
          <a:prstGeom prst="rect">
            <a:avLst/>
          </a:prstGeom>
          <a:noFill/>
          <a:ln>
            <a:noFill/>
          </a:ln>
        </p:spPr>
      </p:pic>
      <p:sp>
        <p:nvSpPr>
          <p:cNvPr id="66" name="Google Shape;66;p9"/>
          <p:cNvSpPr txBox="1"/>
          <p:nvPr/>
        </p:nvSpPr>
        <p:spPr>
          <a:xfrm>
            <a:off x="161950" y="2282607"/>
            <a:ext cx="8730097" cy="720008"/>
          </a:xfrm>
          <a:prstGeom prst="rect">
            <a:avLst/>
          </a:prstGeom>
          <a:noFill/>
          <a:ln>
            <a:noFill/>
          </a:ln>
        </p:spPr>
        <p:txBody>
          <a:bodyPr anchorCtr="0" anchor="t" bIns="41425" lIns="82875" spcFirstLastPara="1" rIns="82875" wrap="square" tIns="41425">
            <a:noAutofit/>
          </a:bodyPr>
          <a:lstStyle/>
          <a:p>
            <a:pPr indent="0" lvl="0" marL="0" marR="0" rtl="0" algn="l">
              <a:lnSpc>
                <a:spcPct val="100000"/>
              </a:lnSpc>
              <a:spcBef>
                <a:spcPts val="0"/>
              </a:spcBef>
              <a:spcAft>
                <a:spcPts val="0"/>
              </a:spcAft>
              <a:buClr>
                <a:schemeClr val="lt1"/>
              </a:buClr>
              <a:buSzPts val="2000"/>
              <a:buFont typeface="Arial"/>
              <a:buNone/>
            </a:pPr>
            <a:r>
              <a:t/>
            </a:r>
            <a:endParaRPr b="1" i="0" sz="2000" u="none" cap="none" strike="noStrike">
              <a:solidFill>
                <a:schemeClr val="lt1"/>
              </a:solidFill>
              <a:latin typeface="Lemon"/>
              <a:ea typeface="Lemon"/>
              <a:cs typeface="Lemon"/>
              <a:sym typeface="Lemon"/>
            </a:endParaRPr>
          </a:p>
        </p:txBody>
      </p:sp>
      <p:sp>
        <p:nvSpPr>
          <p:cNvPr id="67" name="Google Shape;67;p9"/>
          <p:cNvSpPr txBox="1"/>
          <p:nvPr/>
        </p:nvSpPr>
        <p:spPr>
          <a:xfrm>
            <a:off x="148384" y="141723"/>
            <a:ext cx="4572000" cy="101566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000" u="none" cap="none" strike="noStrike">
                <a:solidFill>
                  <a:schemeClr val="lt1"/>
                </a:solidFill>
              </a:rPr>
              <a:t>Microbial Omics</a:t>
            </a:r>
            <a:br>
              <a:rPr b="1" i="0" lang="en-US" sz="2000" u="none" cap="none" strike="noStrike">
                <a:solidFill>
                  <a:schemeClr val="lt1"/>
                </a:solidFill>
              </a:rPr>
            </a:br>
            <a:br>
              <a:rPr b="1" i="0" lang="en-US" sz="2000" u="none" cap="none" strike="noStrike">
                <a:solidFill>
                  <a:schemeClr val="lt1"/>
                </a:solidFill>
              </a:rPr>
            </a:br>
            <a:endParaRPr b="1" i="0" sz="2000" u="none" cap="none" strike="noStrike">
              <a:solidFill>
                <a:schemeClr val="lt1"/>
              </a:solidFill>
            </a:endParaRPr>
          </a:p>
        </p:txBody>
      </p:sp>
      <p:sp>
        <p:nvSpPr>
          <p:cNvPr id="68" name="Google Shape;68;p9"/>
          <p:cNvSpPr txBox="1"/>
          <p:nvPr>
            <p:ph idx="1" type="body"/>
          </p:nvPr>
        </p:nvSpPr>
        <p:spPr>
          <a:xfrm>
            <a:off x="161951" y="1067440"/>
            <a:ext cx="4319587" cy="2854325"/>
          </a:xfrm>
          <a:prstGeom prst="rect">
            <a:avLst/>
          </a:prstGeom>
          <a:noFill/>
          <a:ln>
            <a:noFill/>
          </a:ln>
        </p:spPr>
        <p:txBody>
          <a:bodyPr anchorCtr="0" anchor="t" bIns="41425" lIns="82875" spcFirstLastPara="1" rIns="82875" wrap="square" tIns="41425">
            <a:normAutofit/>
          </a:bodyPr>
          <a:lstStyle>
            <a:lvl1pPr indent="-330200" lvl="0" marL="457200" algn="l">
              <a:spcBef>
                <a:spcPts val="320"/>
              </a:spcBef>
              <a:spcAft>
                <a:spcPts val="0"/>
              </a:spcAft>
              <a:buClr>
                <a:schemeClr val="lt1"/>
              </a:buClr>
              <a:buSzPts val="1600"/>
              <a:buChar char="•"/>
              <a:defRPr>
                <a:solidFill>
                  <a:schemeClr val="lt1"/>
                </a:solidFill>
              </a:defRPr>
            </a:lvl1pPr>
            <a:lvl2pPr indent="-330200" lvl="1" marL="914400" algn="l">
              <a:spcBef>
                <a:spcPts val="320"/>
              </a:spcBef>
              <a:spcAft>
                <a:spcPts val="0"/>
              </a:spcAft>
              <a:buClr>
                <a:schemeClr val="lt1"/>
              </a:buClr>
              <a:buSzPts val="1600"/>
              <a:buChar char="–"/>
              <a:defRPr>
                <a:solidFill>
                  <a:schemeClr val="lt1"/>
                </a:solidFill>
              </a:defRPr>
            </a:lvl2pPr>
            <a:lvl3pPr indent="-330200" lvl="2" marL="1371600" algn="l">
              <a:spcBef>
                <a:spcPts val="320"/>
              </a:spcBef>
              <a:spcAft>
                <a:spcPts val="0"/>
              </a:spcAft>
              <a:buClr>
                <a:schemeClr val="lt1"/>
              </a:buClr>
              <a:buSzPts val="1600"/>
              <a:buChar char="•"/>
              <a:defRPr>
                <a:solidFill>
                  <a:schemeClr val="lt1"/>
                </a:solidFill>
              </a:defRPr>
            </a:lvl3pPr>
            <a:lvl4pPr indent="-330200" lvl="3" marL="1828800" algn="l">
              <a:spcBef>
                <a:spcPts val="320"/>
              </a:spcBef>
              <a:spcAft>
                <a:spcPts val="0"/>
              </a:spcAft>
              <a:buClr>
                <a:schemeClr val="lt1"/>
              </a:buClr>
              <a:buSzPts val="1600"/>
              <a:buChar char="–"/>
              <a:defRPr>
                <a:solidFill>
                  <a:schemeClr val="lt1"/>
                </a:solidFill>
              </a:defRPr>
            </a:lvl4pPr>
            <a:lvl5pPr indent="-330200" lvl="4" marL="2286000" algn="l">
              <a:spcBef>
                <a:spcPts val="320"/>
              </a:spcBef>
              <a:spcAft>
                <a:spcPts val="0"/>
              </a:spcAft>
              <a:buClr>
                <a:schemeClr val="lt1"/>
              </a:buClr>
              <a:buSzPts val="1600"/>
              <a:buChar char="»"/>
              <a:defRPr>
                <a:solidFill>
                  <a:schemeClr val="lt1"/>
                </a:solidFill>
              </a:defRPr>
            </a:lvl5pPr>
            <a:lvl6pPr indent="-330200" lvl="5" marL="2743200" algn="l">
              <a:spcBef>
                <a:spcPts val="360"/>
              </a:spcBef>
              <a:spcAft>
                <a:spcPts val="0"/>
              </a:spcAft>
              <a:buClr>
                <a:schemeClr val="lt1"/>
              </a:buClr>
              <a:buSzPts val="1600"/>
              <a:buChar char="•"/>
              <a:defRPr sz="1600">
                <a:solidFill>
                  <a:schemeClr val="lt1"/>
                </a:solidFill>
              </a:defRPr>
            </a:lvl6pPr>
            <a:lvl7pPr indent="-330200" lvl="6" marL="3200400" algn="l">
              <a:spcBef>
                <a:spcPts val="360"/>
              </a:spcBef>
              <a:spcAft>
                <a:spcPts val="0"/>
              </a:spcAft>
              <a:buClr>
                <a:schemeClr val="lt1"/>
              </a:buClr>
              <a:buSzPts val="1600"/>
              <a:buChar char="•"/>
              <a:defRPr sz="1600">
                <a:solidFill>
                  <a:schemeClr val="lt1"/>
                </a:solidFill>
              </a:defRPr>
            </a:lvl7pPr>
            <a:lvl8pPr indent="-330200" lvl="7" marL="3657600" algn="l">
              <a:spcBef>
                <a:spcPts val="360"/>
              </a:spcBef>
              <a:spcAft>
                <a:spcPts val="0"/>
              </a:spcAft>
              <a:buClr>
                <a:schemeClr val="lt1"/>
              </a:buClr>
              <a:buSzPts val="1600"/>
              <a:buChar char="•"/>
              <a:defRPr sz="1600">
                <a:solidFill>
                  <a:schemeClr val="lt1"/>
                </a:solidFill>
              </a:defRPr>
            </a:lvl8pPr>
            <a:lvl9pPr indent="-330200" lvl="8" marL="4114800" algn="l">
              <a:spcBef>
                <a:spcPts val="360"/>
              </a:spcBef>
              <a:spcAft>
                <a:spcPts val="0"/>
              </a:spcAft>
              <a:buClr>
                <a:schemeClr val="lt1"/>
              </a:buClr>
              <a:buSzPts val="1600"/>
              <a:buChar char="•"/>
              <a:defRPr sz="1600">
                <a:solidFill>
                  <a:schemeClr val="lt1"/>
                </a:solidFill>
              </a:defRPr>
            </a:lvl9pPr>
          </a:lstStyle>
          <a:p/>
        </p:txBody>
      </p:sp>
      <p:sp>
        <p:nvSpPr>
          <p:cNvPr id="69" name="Google Shape;69;p9"/>
          <p:cNvSpPr/>
          <p:nvPr/>
        </p:nvSpPr>
        <p:spPr>
          <a:xfrm>
            <a:off x="251952" y="4748349"/>
            <a:ext cx="8631791" cy="156303"/>
          </a:xfrm>
          <a:prstGeom prst="rect">
            <a:avLst/>
          </a:prstGeom>
          <a:solidFill>
            <a:srgbClr val="59595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70" name="Google Shape;70;p9"/>
          <p:cNvSpPr txBox="1"/>
          <p:nvPr/>
        </p:nvSpPr>
        <p:spPr>
          <a:xfrm>
            <a:off x="293900" y="4727153"/>
            <a:ext cx="8666400" cy="191400"/>
          </a:xfrm>
          <a:prstGeom prst="rect">
            <a:avLst/>
          </a:prstGeom>
          <a:noFill/>
          <a:ln>
            <a:noFill/>
          </a:ln>
        </p:spPr>
        <p:txBody>
          <a:bodyPr anchorCtr="0" anchor="t" bIns="41425" lIns="82875" spcFirstLastPara="1" rIns="82875" wrap="square" tIns="41425">
            <a:spAutoFit/>
          </a:bodyPr>
          <a:lstStyle/>
          <a:p>
            <a:pPr indent="0" lvl="0" marL="0" marR="0" rtl="0" algn="l">
              <a:lnSpc>
                <a:spcPct val="100000"/>
              </a:lnSpc>
              <a:spcBef>
                <a:spcPts val="0"/>
              </a:spcBef>
              <a:spcAft>
                <a:spcPts val="0"/>
              </a:spcAft>
              <a:buClr>
                <a:srgbClr val="FFFFFF"/>
              </a:buClr>
              <a:buSzPts val="700"/>
              <a:buFont typeface="Arial"/>
              <a:buNone/>
            </a:pPr>
            <a:r>
              <a:rPr lang="en-US" sz="700">
                <a:solidFill>
                  <a:srgbClr val="FFFFFF"/>
                </a:solidFill>
              </a:rPr>
              <a:t>Course projects</a:t>
            </a:r>
            <a:r>
              <a:rPr i="0" lang="en-US" sz="700" u="none" cap="none" strike="noStrike">
                <a:solidFill>
                  <a:srgbClr val="FFFFFF"/>
                </a:solidFill>
              </a:rPr>
              <a:t>		Microbial Omics		</a:t>
            </a:r>
            <a:r>
              <a:rPr i="0" lang="en-US" sz="700" u="none" cap="none" strike="noStrike">
                <a:solidFill>
                  <a:srgbClr val="FFFFFF"/>
                </a:solidFill>
              </a:rPr>
              <a:t>		</a:t>
            </a:r>
            <a:endParaRPr i="0" sz="700" u="none" cap="none" strike="noStrike">
              <a:solidFill>
                <a:srgbClr val="FFFFFF"/>
              </a:solidFill>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eft img">
  <p:cSld name="Left img">
    <p:spTree>
      <p:nvGrpSpPr>
        <p:cNvPr id="71" name="Shape 71"/>
        <p:cNvGrpSpPr/>
        <p:nvPr/>
      </p:nvGrpSpPr>
      <p:grpSpPr>
        <a:xfrm>
          <a:off x="0" y="0"/>
          <a:ext cx="0" cy="0"/>
          <a:chOff x="0" y="0"/>
          <a:chExt cx="0" cy="0"/>
        </a:xfrm>
      </p:grpSpPr>
      <p:sp>
        <p:nvSpPr>
          <p:cNvPr id="72" name="Google Shape;72;p10"/>
          <p:cNvSpPr/>
          <p:nvPr/>
        </p:nvSpPr>
        <p:spPr>
          <a:xfrm>
            <a:off x="0" y="0"/>
            <a:ext cx="9144000" cy="5143499"/>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73" name="Google Shape;73;p10"/>
          <p:cNvSpPr/>
          <p:nvPr/>
        </p:nvSpPr>
        <p:spPr>
          <a:xfrm>
            <a:off x="251952" y="4748349"/>
            <a:ext cx="8631791" cy="156303"/>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74" name="Google Shape;74;p10"/>
          <p:cNvSpPr txBox="1"/>
          <p:nvPr>
            <p:ph type="title"/>
          </p:nvPr>
        </p:nvSpPr>
        <p:spPr>
          <a:xfrm>
            <a:off x="161950" y="141723"/>
            <a:ext cx="8730097" cy="385749"/>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Clr>
                <a:schemeClr val="dk1"/>
              </a:buClr>
              <a:buSzPts val="2000"/>
              <a:buNone/>
              <a:defRPr b="1" i="0" sz="2000" u="none" cap="none" strike="noStrike">
                <a:solidFill>
                  <a:schemeClr val="dk1"/>
                </a:solidFil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pic>
        <p:nvPicPr>
          <p:cNvPr id="75" name="Google Shape;75;p10"/>
          <p:cNvPicPr preferRelativeResize="0"/>
          <p:nvPr/>
        </p:nvPicPr>
        <p:blipFill rotWithShape="1">
          <a:blip r:embed="rId2">
            <a:alphaModFix/>
          </a:blip>
          <a:srcRect b="0" l="0" r="0" t="0"/>
          <a:stretch/>
        </p:blipFill>
        <p:spPr>
          <a:xfrm>
            <a:off x="8262041" y="173170"/>
            <a:ext cx="720009" cy="300155"/>
          </a:xfrm>
          <a:prstGeom prst="rect">
            <a:avLst/>
          </a:prstGeom>
          <a:noFill/>
          <a:ln>
            <a:noFill/>
          </a:ln>
        </p:spPr>
      </p:pic>
      <p:sp>
        <p:nvSpPr>
          <p:cNvPr id="76" name="Google Shape;76;p10"/>
          <p:cNvSpPr txBox="1"/>
          <p:nvPr>
            <p:ph idx="1" type="body"/>
          </p:nvPr>
        </p:nvSpPr>
        <p:spPr>
          <a:xfrm>
            <a:off x="161925" y="681729"/>
            <a:ext cx="5130083" cy="360004"/>
          </a:xfrm>
          <a:prstGeom prst="rect">
            <a:avLst/>
          </a:prstGeom>
          <a:noFill/>
          <a:ln>
            <a:noFill/>
          </a:ln>
        </p:spPr>
        <p:txBody>
          <a:bodyPr anchorCtr="0" anchor="t" bIns="41425" lIns="82875" spcFirstLastPara="1" rIns="82875" wrap="square" tIns="41425">
            <a:noAutofit/>
          </a:bodyPr>
          <a:lstStyle>
            <a:lvl1pPr indent="-228600" lvl="0" marL="457200" algn="l">
              <a:spcBef>
                <a:spcPts val="320"/>
              </a:spcBef>
              <a:spcAft>
                <a:spcPts val="0"/>
              </a:spcAft>
              <a:buClr>
                <a:schemeClr val="dk1"/>
              </a:buClr>
              <a:buSzPts val="1600"/>
              <a:buNone/>
              <a:defRPr/>
            </a:lvl1pPr>
            <a:lvl2pPr indent="-330200" lvl="1" marL="914400" algn="l">
              <a:spcBef>
                <a:spcPts val="280"/>
              </a:spcBef>
              <a:spcAft>
                <a:spcPts val="0"/>
              </a:spcAft>
              <a:buClr>
                <a:schemeClr val="dk1"/>
              </a:buClr>
              <a:buSzPts val="1600"/>
              <a:buChar char="–"/>
              <a:defRPr/>
            </a:lvl2pPr>
            <a:lvl3pPr indent="-330200" lvl="2" marL="1371600" algn="l">
              <a:spcBef>
                <a:spcPts val="240"/>
              </a:spcBef>
              <a:spcAft>
                <a:spcPts val="0"/>
              </a:spcAft>
              <a:buClr>
                <a:schemeClr val="dk1"/>
              </a:buClr>
              <a:buSzPts val="1600"/>
              <a:buChar char="•"/>
              <a:defRPr/>
            </a:lvl3pPr>
            <a:lvl4pPr indent="-330200" lvl="3" marL="1828800" algn="l">
              <a:spcBef>
                <a:spcPts val="210"/>
              </a:spcBef>
              <a:spcAft>
                <a:spcPts val="0"/>
              </a:spcAft>
              <a:buClr>
                <a:schemeClr val="dk1"/>
              </a:buClr>
              <a:buSzPts val="1600"/>
              <a:buChar char="–"/>
              <a:defRPr/>
            </a:lvl4pPr>
            <a:lvl5pPr indent="-330200" lvl="4" marL="2286000" algn="l">
              <a:spcBef>
                <a:spcPts val="210"/>
              </a:spcBef>
              <a:spcAft>
                <a:spcPts val="0"/>
              </a:spcAft>
              <a:buClr>
                <a:schemeClr val="dk1"/>
              </a:buClr>
              <a:buSzPts val="1600"/>
              <a:buChar char="»"/>
              <a:defRPr/>
            </a:lvl5pPr>
            <a:lvl6pPr indent="-330200" lvl="5" marL="2743200" algn="l">
              <a:spcBef>
                <a:spcPts val="360"/>
              </a:spcBef>
              <a:spcAft>
                <a:spcPts val="0"/>
              </a:spcAft>
              <a:buClr>
                <a:schemeClr val="dk1"/>
              </a:buClr>
              <a:buSzPts val="1600"/>
              <a:buChar char="•"/>
              <a:defRPr sz="1600"/>
            </a:lvl6pPr>
            <a:lvl7pPr indent="-330200" lvl="6" marL="3200400" algn="l">
              <a:spcBef>
                <a:spcPts val="360"/>
              </a:spcBef>
              <a:spcAft>
                <a:spcPts val="0"/>
              </a:spcAft>
              <a:buClr>
                <a:schemeClr val="dk1"/>
              </a:buClr>
              <a:buSzPts val="1600"/>
              <a:buChar char="•"/>
              <a:defRPr sz="1600"/>
            </a:lvl7pPr>
            <a:lvl8pPr indent="-330200" lvl="7" marL="3657600" algn="l">
              <a:spcBef>
                <a:spcPts val="360"/>
              </a:spcBef>
              <a:spcAft>
                <a:spcPts val="0"/>
              </a:spcAft>
              <a:buClr>
                <a:schemeClr val="dk1"/>
              </a:buClr>
              <a:buSzPts val="1600"/>
              <a:buChar char="•"/>
              <a:defRPr sz="1600"/>
            </a:lvl8pPr>
            <a:lvl9pPr indent="-330200" lvl="8" marL="4114800" algn="l">
              <a:spcBef>
                <a:spcPts val="360"/>
              </a:spcBef>
              <a:spcAft>
                <a:spcPts val="0"/>
              </a:spcAft>
              <a:buClr>
                <a:schemeClr val="dk1"/>
              </a:buClr>
              <a:buSzPts val="1600"/>
              <a:buChar char="•"/>
              <a:defRPr sz="1600"/>
            </a:lvl9pPr>
          </a:lstStyle>
          <a:p/>
        </p:txBody>
      </p:sp>
      <p:sp>
        <p:nvSpPr>
          <p:cNvPr id="77" name="Google Shape;77;p10"/>
          <p:cNvSpPr txBox="1"/>
          <p:nvPr>
            <p:ph idx="2" type="body"/>
          </p:nvPr>
        </p:nvSpPr>
        <p:spPr>
          <a:xfrm>
            <a:off x="5292008" y="1131734"/>
            <a:ext cx="3600039" cy="3133460"/>
          </a:xfrm>
          <a:prstGeom prst="rect">
            <a:avLst/>
          </a:prstGeom>
          <a:noFill/>
          <a:ln>
            <a:noFill/>
          </a:ln>
        </p:spPr>
        <p:txBody>
          <a:bodyPr anchorCtr="0" anchor="t" bIns="41425" lIns="82875" spcFirstLastPara="1" rIns="82875" wrap="square" tIns="41425">
            <a:noAutofit/>
          </a:bodyPr>
          <a:lstStyle>
            <a:lvl1pPr indent="-228600" lvl="0" marL="457200" algn="l">
              <a:spcBef>
                <a:spcPts val="320"/>
              </a:spcBef>
              <a:spcAft>
                <a:spcPts val="0"/>
              </a:spcAft>
              <a:buClr>
                <a:schemeClr val="dk1"/>
              </a:buClr>
              <a:buSzPts val="1600"/>
              <a:buNone/>
              <a:defRPr/>
            </a:lvl1pPr>
            <a:lvl2pPr indent="-330200" lvl="1" marL="914400" algn="l">
              <a:spcBef>
                <a:spcPts val="280"/>
              </a:spcBef>
              <a:spcAft>
                <a:spcPts val="0"/>
              </a:spcAft>
              <a:buClr>
                <a:schemeClr val="dk1"/>
              </a:buClr>
              <a:buSzPts val="1600"/>
              <a:buChar char="–"/>
              <a:defRPr/>
            </a:lvl2pPr>
            <a:lvl3pPr indent="-330200" lvl="2" marL="1371600" algn="l">
              <a:spcBef>
                <a:spcPts val="240"/>
              </a:spcBef>
              <a:spcAft>
                <a:spcPts val="0"/>
              </a:spcAft>
              <a:buClr>
                <a:schemeClr val="dk1"/>
              </a:buClr>
              <a:buSzPts val="1600"/>
              <a:buChar char="•"/>
              <a:defRPr/>
            </a:lvl3pPr>
            <a:lvl4pPr indent="-330200" lvl="3" marL="1828800" algn="l">
              <a:spcBef>
                <a:spcPts val="210"/>
              </a:spcBef>
              <a:spcAft>
                <a:spcPts val="0"/>
              </a:spcAft>
              <a:buClr>
                <a:schemeClr val="dk1"/>
              </a:buClr>
              <a:buSzPts val="1600"/>
              <a:buChar char="–"/>
              <a:defRPr/>
            </a:lvl4pPr>
            <a:lvl5pPr indent="-330200" lvl="4" marL="2286000" algn="l">
              <a:spcBef>
                <a:spcPts val="210"/>
              </a:spcBef>
              <a:spcAft>
                <a:spcPts val="0"/>
              </a:spcAft>
              <a:buClr>
                <a:schemeClr val="dk1"/>
              </a:buClr>
              <a:buSzPts val="1600"/>
              <a:buChar char="»"/>
              <a:defRPr/>
            </a:lvl5pPr>
            <a:lvl6pPr indent="-330200" lvl="5" marL="2743200" algn="l">
              <a:spcBef>
                <a:spcPts val="360"/>
              </a:spcBef>
              <a:spcAft>
                <a:spcPts val="0"/>
              </a:spcAft>
              <a:buClr>
                <a:schemeClr val="dk1"/>
              </a:buClr>
              <a:buSzPts val="1600"/>
              <a:buChar char="•"/>
              <a:defRPr sz="1600"/>
            </a:lvl6pPr>
            <a:lvl7pPr indent="-330200" lvl="6" marL="3200400" algn="l">
              <a:spcBef>
                <a:spcPts val="360"/>
              </a:spcBef>
              <a:spcAft>
                <a:spcPts val="0"/>
              </a:spcAft>
              <a:buClr>
                <a:schemeClr val="dk1"/>
              </a:buClr>
              <a:buSzPts val="1600"/>
              <a:buChar char="•"/>
              <a:defRPr sz="1600"/>
            </a:lvl7pPr>
            <a:lvl8pPr indent="-330200" lvl="7" marL="3657600" algn="l">
              <a:spcBef>
                <a:spcPts val="360"/>
              </a:spcBef>
              <a:spcAft>
                <a:spcPts val="0"/>
              </a:spcAft>
              <a:buClr>
                <a:schemeClr val="dk1"/>
              </a:buClr>
              <a:buSzPts val="1600"/>
              <a:buChar char="•"/>
              <a:defRPr sz="1600"/>
            </a:lvl8pPr>
            <a:lvl9pPr indent="-330200" lvl="8" marL="4114800" algn="l">
              <a:spcBef>
                <a:spcPts val="360"/>
              </a:spcBef>
              <a:spcAft>
                <a:spcPts val="0"/>
              </a:spcAft>
              <a:buClr>
                <a:schemeClr val="dk1"/>
              </a:buClr>
              <a:buSzPts val="1600"/>
              <a:buChar char="•"/>
              <a:defRPr sz="1600"/>
            </a:lvl9pPr>
          </a:lstStyle>
          <a:p/>
        </p:txBody>
      </p:sp>
      <p:sp>
        <p:nvSpPr>
          <p:cNvPr id="78" name="Google Shape;78;p10"/>
          <p:cNvSpPr txBox="1"/>
          <p:nvPr>
            <p:ph idx="3" type="body"/>
          </p:nvPr>
        </p:nvSpPr>
        <p:spPr>
          <a:xfrm>
            <a:off x="4661974" y="4371770"/>
            <a:ext cx="4230073" cy="270003"/>
          </a:xfrm>
          <a:prstGeom prst="rect">
            <a:avLst/>
          </a:prstGeom>
          <a:noFill/>
          <a:ln>
            <a:noFill/>
          </a:ln>
        </p:spPr>
        <p:txBody>
          <a:bodyPr anchorCtr="0" anchor="b" bIns="41425" lIns="82875" spcFirstLastPara="1" rIns="82875" wrap="square" tIns="41425">
            <a:noAutofit/>
          </a:bodyPr>
          <a:lstStyle>
            <a:lvl1pPr indent="-228600" lvl="0" marL="457200" algn="r">
              <a:spcBef>
                <a:spcPts val="210"/>
              </a:spcBef>
              <a:spcAft>
                <a:spcPts val="0"/>
              </a:spcAft>
              <a:buClr>
                <a:srgbClr val="D8D8D8"/>
              </a:buClr>
              <a:buSzPts val="700"/>
              <a:buNone/>
              <a:defRPr sz="700">
                <a:solidFill>
                  <a:srgbClr val="D8D8D8"/>
                </a:solidFill>
              </a:defRPr>
            </a:lvl1pPr>
            <a:lvl2pPr indent="-273050" lvl="1" marL="914400" algn="r">
              <a:spcBef>
                <a:spcPts val="280"/>
              </a:spcBef>
              <a:spcAft>
                <a:spcPts val="0"/>
              </a:spcAft>
              <a:buClr>
                <a:srgbClr val="D8D8D8"/>
              </a:buClr>
              <a:buSzPts val="700"/>
              <a:buChar char="–"/>
              <a:defRPr sz="700">
                <a:solidFill>
                  <a:srgbClr val="D8D8D8"/>
                </a:solidFill>
              </a:defRPr>
            </a:lvl2pPr>
            <a:lvl3pPr indent="-273050" lvl="2" marL="1371600" algn="r">
              <a:spcBef>
                <a:spcPts val="240"/>
              </a:spcBef>
              <a:spcAft>
                <a:spcPts val="0"/>
              </a:spcAft>
              <a:buClr>
                <a:srgbClr val="D8D8D8"/>
              </a:buClr>
              <a:buSzPts val="700"/>
              <a:buChar char="•"/>
              <a:defRPr sz="700">
                <a:solidFill>
                  <a:srgbClr val="D8D8D8"/>
                </a:solidFill>
              </a:defRPr>
            </a:lvl3pPr>
            <a:lvl4pPr indent="-273050" lvl="3" marL="1828800" algn="r">
              <a:spcBef>
                <a:spcPts val="210"/>
              </a:spcBef>
              <a:spcAft>
                <a:spcPts val="0"/>
              </a:spcAft>
              <a:buClr>
                <a:srgbClr val="D8D8D8"/>
              </a:buClr>
              <a:buSzPts val="700"/>
              <a:buChar char="–"/>
              <a:defRPr sz="700">
                <a:solidFill>
                  <a:srgbClr val="D8D8D8"/>
                </a:solidFill>
              </a:defRPr>
            </a:lvl4pPr>
            <a:lvl5pPr indent="-273050" lvl="4" marL="2286000" algn="r">
              <a:spcBef>
                <a:spcPts val="210"/>
              </a:spcBef>
              <a:spcAft>
                <a:spcPts val="0"/>
              </a:spcAft>
              <a:buClr>
                <a:srgbClr val="D8D8D8"/>
              </a:buClr>
              <a:buSzPts val="700"/>
              <a:buChar char="»"/>
              <a:defRPr sz="700">
                <a:solidFill>
                  <a:srgbClr val="D8D8D8"/>
                </a:solidFill>
              </a:defRPr>
            </a:lvl5pPr>
            <a:lvl6pPr indent="-273050" lvl="5" marL="2743200" algn="r">
              <a:spcBef>
                <a:spcPts val="360"/>
              </a:spcBef>
              <a:spcAft>
                <a:spcPts val="0"/>
              </a:spcAft>
              <a:buClr>
                <a:srgbClr val="D8D8D8"/>
              </a:buClr>
              <a:buSzPts val="700"/>
              <a:buChar char="•"/>
              <a:defRPr sz="700">
                <a:solidFill>
                  <a:srgbClr val="D8D8D8"/>
                </a:solidFill>
              </a:defRPr>
            </a:lvl6pPr>
            <a:lvl7pPr indent="-273050" lvl="6" marL="3200400" algn="r">
              <a:spcBef>
                <a:spcPts val="360"/>
              </a:spcBef>
              <a:spcAft>
                <a:spcPts val="0"/>
              </a:spcAft>
              <a:buClr>
                <a:srgbClr val="D8D8D8"/>
              </a:buClr>
              <a:buSzPts val="700"/>
              <a:buChar char="•"/>
              <a:defRPr sz="700">
                <a:solidFill>
                  <a:srgbClr val="D8D8D8"/>
                </a:solidFill>
              </a:defRPr>
            </a:lvl7pPr>
            <a:lvl8pPr indent="-273050" lvl="7" marL="3657600" algn="r">
              <a:spcBef>
                <a:spcPts val="360"/>
              </a:spcBef>
              <a:spcAft>
                <a:spcPts val="0"/>
              </a:spcAft>
              <a:buClr>
                <a:srgbClr val="D8D8D8"/>
              </a:buClr>
              <a:buSzPts val="700"/>
              <a:buChar char="•"/>
              <a:defRPr sz="700">
                <a:solidFill>
                  <a:srgbClr val="D8D8D8"/>
                </a:solidFill>
              </a:defRPr>
            </a:lvl8pPr>
            <a:lvl9pPr indent="-273050" lvl="8" marL="4114800" algn="r">
              <a:spcBef>
                <a:spcPts val="360"/>
              </a:spcBef>
              <a:spcAft>
                <a:spcPts val="0"/>
              </a:spcAft>
              <a:buClr>
                <a:srgbClr val="D8D8D8"/>
              </a:buClr>
              <a:buSzPts val="700"/>
              <a:buChar char="•"/>
              <a:defRPr sz="700">
                <a:solidFill>
                  <a:srgbClr val="D8D8D8"/>
                </a:solidFill>
              </a:defRPr>
            </a:lvl9pPr>
          </a:lstStyle>
          <a:p/>
        </p:txBody>
      </p:sp>
      <p:sp>
        <p:nvSpPr>
          <p:cNvPr id="79" name="Google Shape;79;p10"/>
          <p:cNvSpPr txBox="1"/>
          <p:nvPr/>
        </p:nvSpPr>
        <p:spPr>
          <a:xfrm>
            <a:off x="293900" y="4727153"/>
            <a:ext cx="8666400" cy="191400"/>
          </a:xfrm>
          <a:prstGeom prst="rect">
            <a:avLst/>
          </a:prstGeom>
          <a:noFill/>
          <a:ln>
            <a:noFill/>
          </a:ln>
        </p:spPr>
        <p:txBody>
          <a:bodyPr anchorCtr="0" anchor="t" bIns="41425" lIns="82875" spcFirstLastPara="1" rIns="82875" wrap="square" tIns="41425">
            <a:spAutoFit/>
          </a:bodyPr>
          <a:lstStyle/>
          <a:p>
            <a:pPr indent="0" lvl="0" marL="0" marR="0" rtl="0" algn="l">
              <a:lnSpc>
                <a:spcPct val="100000"/>
              </a:lnSpc>
              <a:spcBef>
                <a:spcPts val="0"/>
              </a:spcBef>
              <a:spcAft>
                <a:spcPts val="0"/>
              </a:spcAft>
              <a:buClr>
                <a:srgbClr val="FFFFFF"/>
              </a:buClr>
              <a:buSzPts val="700"/>
              <a:buFont typeface="Arial"/>
              <a:buNone/>
            </a:pPr>
            <a:r>
              <a:rPr lang="en-US" sz="700">
                <a:solidFill>
                  <a:srgbClr val="FFFFFF"/>
                </a:solidFill>
              </a:rPr>
              <a:t>Course projects</a:t>
            </a:r>
            <a:r>
              <a:rPr i="0" lang="en-US" sz="700" u="none" cap="none" strike="noStrike">
                <a:solidFill>
                  <a:srgbClr val="FFFFFF"/>
                </a:solidFill>
              </a:rPr>
              <a:t>		Microbial Omics				</a:t>
            </a:r>
            <a:endParaRPr i="0" sz="700" u="none" cap="none" strike="noStrike">
              <a:solidFill>
                <a:srgbClr val="FFFFFF"/>
              </a:solidFill>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 img gray">
  <p:cSld name="2 img gray">
    <p:spTree>
      <p:nvGrpSpPr>
        <p:cNvPr id="80" name="Shape 80"/>
        <p:cNvGrpSpPr/>
        <p:nvPr/>
      </p:nvGrpSpPr>
      <p:grpSpPr>
        <a:xfrm>
          <a:off x="0" y="0"/>
          <a:ext cx="0" cy="0"/>
          <a:chOff x="0" y="0"/>
          <a:chExt cx="0" cy="0"/>
        </a:xfrm>
      </p:grpSpPr>
      <p:sp>
        <p:nvSpPr>
          <p:cNvPr id="81" name="Google Shape;81;p11"/>
          <p:cNvSpPr/>
          <p:nvPr/>
        </p:nvSpPr>
        <p:spPr>
          <a:xfrm>
            <a:off x="0" y="0"/>
            <a:ext cx="9144000" cy="5143499"/>
          </a:xfrm>
          <a:prstGeom prst="rect">
            <a:avLst/>
          </a:prstGeom>
          <a:solidFill>
            <a:srgbClr val="F2F2F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i="0" sz="1400" u="none" cap="none" strike="noStrike">
              <a:solidFill>
                <a:schemeClr val="lt1"/>
              </a:solidFill>
            </a:endParaRPr>
          </a:p>
        </p:txBody>
      </p:sp>
      <p:sp>
        <p:nvSpPr>
          <p:cNvPr id="82" name="Google Shape;82;p11"/>
          <p:cNvSpPr/>
          <p:nvPr/>
        </p:nvSpPr>
        <p:spPr>
          <a:xfrm>
            <a:off x="251952" y="4748349"/>
            <a:ext cx="8631791" cy="156303"/>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83" name="Google Shape;83;p11"/>
          <p:cNvSpPr txBox="1"/>
          <p:nvPr>
            <p:ph type="title"/>
          </p:nvPr>
        </p:nvSpPr>
        <p:spPr>
          <a:xfrm>
            <a:off x="161950" y="141723"/>
            <a:ext cx="8730000" cy="385800"/>
          </a:xfrm>
          <a:prstGeom prst="rect">
            <a:avLst/>
          </a:prstGeom>
          <a:noFill/>
          <a:ln>
            <a:noFill/>
          </a:ln>
        </p:spPr>
        <p:txBody>
          <a:bodyPr anchorCtr="0" anchor="t" bIns="45700" lIns="91425" spcFirstLastPara="1" rIns="91425" wrap="square" tIns="45700">
            <a:noAutofit/>
          </a:bodyPr>
          <a:lstStyle>
            <a:lvl1pPr lvl="0" marR="0" algn="l">
              <a:spcBef>
                <a:spcPts val="0"/>
              </a:spcBef>
              <a:spcAft>
                <a:spcPts val="0"/>
              </a:spcAft>
              <a:buClr>
                <a:schemeClr val="dk1"/>
              </a:buClr>
              <a:buSzPts val="2000"/>
              <a:buNone/>
              <a:defRPr b="1" i="0" sz="2000" u="none" cap="none" strike="noStrike">
                <a:solidFill>
                  <a:schemeClr val="dk1"/>
                </a:solidFil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pic>
        <p:nvPicPr>
          <p:cNvPr id="84" name="Google Shape;84;p11"/>
          <p:cNvPicPr preferRelativeResize="0"/>
          <p:nvPr/>
        </p:nvPicPr>
        <p:blipFill rotWithShape="1">
          <a:blip r:embed="rId2">
            <a:alphaModFix/>
          </a:blip>
          <a:srcRect b="0" l="0" r="0" t="0"/>
          <a:stretch/>
        </p:blipFill>
        <p:spPr>
          <a:xfrm>
            <a:off x="8262041" y="173170"/>
            <a:ext cx="720009" cy="300155"/>
          </a:xfrm>
          <a:prstGeom prst="rect">
            <a:avLst/>
          </a:prstGeom>
          <a:noFill/>
          <a:ln>
            <a:noFill/>
          </a:ln>
        </p:spPr>
      </p:pic>
      <p:sp>
        <p:nvSpPr>
          <p:cNvPr id="85" name="Google Shape;85;p11"/>
          <p:cNvSpPr txBox="1"/>
          <p:nvPr>
            <p:ph idx="1" type="body"/>
          </p:nvPr>
        </p:nvSpPr>
        <p:spPr>
          <a:xfrm>
            <a:off x="161925" y="681729"/>
            <a:ext cx="4230000" cy="360000"/>
          </a:xfrm>
          <a:prstGeom prst="rect">
            <a:avLst/>
          </a:prstGeom>
          <a:noFill/>
          <a:ln>
            <a:noFill/>
          </a:ln>
        </p:spPr>
        <p:txBody>
          <a:bodyPr anchorCtr="0" anchor="t" bIns="41425" lIns="82875" spcFirstLastPara="1" rIns="82875" wrap="square" tIns="41425">
            <a:noAutofit/>
          </a:bodyPr>
          <a:lstStyle>
            <a:lvl1pPr indent="-228600" lvl="0" marL="457200" algn="l">
              <a:spcBef>
                <a:spcPts val="320"/>
              </a:spcBef>
              <a:spcAft>
                <a:spcPts val="0"/>
              </a:spcAft>
              <a:buClr>
                <a:schemeClr val="dk1"/>
              </a:buClr>
              <a:buSzPts val="1600"/>
              <a:buNone/>
              <a:defRPr/>
            </a:lvl1pPr>
            <a:lvl2pPr indent="-330200" lvl="1" marL="914400" algn="l">
              <a:spcBef>
                <a:spcPts val="280"/>
              </a:spcBef>
              <a:spcAft>
                <a:spcPts val="0"/>
              </a:spcAft>
              <a:buClr>
                <a:schemeClr val="dk1"/>
              </a:buClr>
              <a:buSzPts val="1600"/>
              <a:buChar char="–"/>
              <a:defRPr/>
            </a:lvl2pPr>
            <a:lvl3pPr indent="-330200" lvl="2" marL="1371600" algn="l">
              <a:spcBef>
                <a:spcPts val="240"/>
              </a:spcBef>
              <a:spcAft>
                <a:spcPts val="0"/>
              </a:spcAft>
              <a:buClr>
                <a:schemeClr val="dk1"/>
              </a:buClr>
              <a:buSzPts val="1600"/>
              <a:buChar char="•"/>
              <a:defRPr/>
            </a:lvl3pPr>
            <a:lvl4pPr indent="-330200" lvl="3" marL="1828800" algn="l">
              <a:spcBef>
                <a:spcPts val="210"/>
              </a:spcBef>
              <a:spcAft>
                <a:spcPts val="0"/>
              </a:spcAft>
              <a:buClr>
                <a:schemeClr val="dk1"/>
              </a:buClr>
              <a:buSzPts val="1600"/>
              <a:buChar char="–"/>
              <a:defRPr/>
            </a:lvl4pPr>
            <a:lvl5pPr indent="-330200" lvl="4" marL="2286000" algn="l">
              <a:spcBef>
                <a:spcPts val="210"/>
              </a:spcBef>
              <a:spcAft>
                <a:spcPts val="0"/>
              </a:spcAft>
              <a:buClr>
                <a:schemeClr val="dk1"/>
              </a:buClr>
              <a:buSzPts val="1600"/>
              <a:buChar char="»"/>
              <a:defRPr/>
            </a:lvl5pPr>
            <a:lvl6pPr indent="-330200" lvl="5" marL="2743200" algn="l">
              <a:spcBef>
                <a:spcPts val="360"/>
              </a:spcBef>
              <a:spcAft>
                <a:spcPts val="0"/>
              </a:spcAft>
              <a:buClr>
                <a:schemeClr val="dk1"/>
              </a:buClr>
              <a:buSzPts val="1600"/>
              <a:buChar char="•"/>
              <a:defRPr sz="1600"/>
            </a:lvl6pPr>
            <a:lvl7pPr indent="-330200" lvl="6" marL="3200400" algn="l">
              <a:spcBef>
                <a:spcPts val="360"/>
              </a:spcBef>
              <a:spcAft>
                <a:spcPts val="0"/>
              </a:spcAft>
              <a:buClr>
                <a:schemeClr val="dk1"/>
              </a:buClr>
              <a:buSzPts val="1600"/>
              <a:buChar char="•"/>
              <a:defRPr sz="1600"/>
            </a:lvl7pPr>
            <a:lvl8pPr indent="-330200" lvl="7" marL="3657600" algn="l">
              <a:spcBef>
                <a:spcPts val="360"/>
              </a:spcBef>
              <a:spcAft>
                <a:spcPts val="0"/>
              </a:spcAft>
              <a:buClr>
                <a:schemeClr val="dk1"/>
              </a:buClr>
              <a:buSzPts val="1600"/>
              <a:buChar char="•"/>
              <a:defRPr sz="1600"/>
            </a:lvl8pPr>
            <a:lvl9pPr indent="-330200" lvl="8" marL="4114800" algn="l">
              <a:spcBef>
                <a:spcPts val="360"/>
              </a:spcBef>
              <a:spcAft>
                <a:spcPts val="0"/>
              </a:spcAft>
              <a:buClr>
                <a:schemeClr val="dk1"/>
              </a:buClr>
              <a:buSzPts val="1600"/>
              <a:buChar char="•"/>
              <a:defRPr sz="1600"/>
            </a:lvl9pPr>
          </a:lstStyle>
          <a:p/>
        </p:txBody>
      </p:sp>
      <p:sp>
        <p:nvSpPr>
          <p:cNvPr id="86" name="Google Shape;86;p11"/>
          <p:cNvSpPr txBox="1"/>
          <p:nvPr>
            <p:ph idx="2" type="body"/>
          </p:nvPr>
        </p:nvSpPr>
        <p:spPr>
          <a:xfrm>
            <a:off x="4661974" y="681729"/>
            <a:ext cx="4230000" cy="360000"/>
          </a:xfrm>
          <a:prstGeom prst="rect">
            <a:avLst/>
          </a:prstGeom>
          <a:noFill/>
          <a:ln>
            <a:noFill/>
          </a:ln>
        </p:spPr>
        <p:txBody>
          <a:bodyPr anchorCtr="0" anchor="t" bIns="41425" lIns="82875" spcFirstLastPara="1" rIns="82875" wrap="square" tIns="41425">
            <a:noAutofit/>
          </a:bodyPr>
          <a:lstStyle>
            <a:lvl1pPr indent="-228600" lvl="0" marL="457200" algn="l">
              <a:spcBef>
                <a:spcPts val="320"/>
              </a:spcBef>
              <a:spcAft>
                <a:spcPts val="0"/>
              </a:spcAft>
              <a:buClr>
                <a:schemeClr val="dk1"/>
              </a:buClr>
              <a:buSzPts val="1600"/>
              <a:buNone/>
              <a:defRPr/>
            </a:lvl1pPr>
            <a:lvl2pPr indent="-330200" lvl="1" marL="914400" algn="l">
              <a:spcBef>
                <a:spcPts val="280"/>
              </a:spcBef>
              <a:spcAft>
                <a:spcPts val="0"/>
              </a:spcAft>
              <a:buClr>
                <a:schemeClr val="dk1"/>
              </a:buClr>
              <a:buSzPts val="1600"/>
              <a:buChar char="–"/>
              <a:defRPr/>
            </a:lvl2pPr>
            <a:lvl3pPr indent="-330200" lvl="2" marL="1371600" algn="l">
              <a:spcBef>
                <a:spcPts val="240"/>
              </a:spcBef>
              <a:spcAft>
                <a:spcPts val="0"/>
              </a:spcAft>
              <a:buClr>
                <a:schemeClr val="dk1"/>
              </a:buClr>
              <a:buSzPts val="1600"/>
              <a:buChar char="•"/>
              <a:defRPr/>
            </a:lvl3pPr>
            <a:lvl4pPr indent="-330200" lvl="3" marL="1828800" algn="l">
              <a:spcBef>
                <a:spcPts val="210"/>
              </a:spcBef>
              <a:spcAft>
                <a:spcPts val="0"/>
              </a:spcAft>
              <a:buClr>
                <a:schemeClr val="dk1"/>
              </a:buClr>
              <a:buSzPts val="1600"/>
              <a:buChar char="–"/>
              <a:defRPr/>
            </a:lvl4pPr>
            <a:lvl5pPr indent="-330200" lvl="4" marL="2286000" algn="l">
              <a:spcBef>
                <a:spcPts val="210"/>
              </a:spcBef>
              <a:spcAft>
                <a:spcPts val="0"/>
              </a:spcAft>
              <a:buClr>
                <a:schemeClr val="dk1"/>
              </a:buClr>
              <a:buSzPts val="1600"/>
              <a:buChar char="»"/>
              <a:defRPr/>
            </a:lvl5pPr>
            <a:lvl6pPr indent="-330200" lvl="5" marL="2743200" algn="l">
              <a:spcBef>
                <a:spcPts val="360"/>
              </a:spcBef>
              <a:spcAft>
                <a:spcPts val="0"/>
              </a:spcAft>
              <a:buClr>
                <a:schemeClr val="dk1"/>
              </a:buClr>
              <a:buSzPts val="1600"/>
              <a:buChar char="•"/>
              <a:defRPr sz="1600"/>
            </a:lvl6pPr>
            <a:lvl7pPr indent="-330200" lvl="6" marL="3200400" algn="l">
              <a:spcBef>
                <a:spcPts val="360"/>
              </a:spcBef>
              <a:spcAft>
                <a:spcPts val="0"/>
              </a:spcAft>
              <a:buClr>
                <a:schemeClr val="dk1"/>
              </a:buClr>
              <a:buSzPts val="1600"/>
              <a:buChar char="•"/>
              <a:defRPr sz="1600"/>
            </a:lvl7pPr>
            <a:lvl8pPr indent="-330200" lvl="7" marL="3657600" algn="l">
              <a:spcBef>
                <a:spcPts val="360"/>
              </a:spcBef>
              <a:spcAft>
                <a:spcPts val="0"/>
              </a:spcAft>
              <a:buClr>
                <a:schemeClr val="dk1"/>
              </a:buClr>
              <a:buSzPts val="1600"/>
              <a:buChar char="•"/>
              <a:defRPr sz="1600"/>
            </a:lvl8pPr>
            <a:lvl9pPr indent="-330200" lvl="8" marL="4114800" algn="l">
              <a:spcBef>
                <a:spcPts val="360"/>
              </a:spcBef>
              <a:spcAft>
                <a:spcPts val="0"/>
              </a:spcAft>
              <a:buClr>
                <a:schemeClr val="dk1"/>
              </a:buClr>
              <a:buSzPts val="1600"/>
              <a:buChar char="•"/>
              <a:defRPr sz="1600"/>
            </a:lvl9pPr>
          </a:lstStyle>
          <a:p/>
        </p:txBody>
      </p:sp>
      <p:sp>
        <p:nvSpPr>
          <p:cNvPr id="87" name="Google Shape;87;p11"/>
          <p:cNvSpPr txBox="1"/>
          <p:nvPr>
            <p:ph idx="3" type="body"/>
          </p:nvPr>
        </p:nvSpPr>
        <p:spPr>
          <a:xfrm>
            <a:off x="4661974" y="4371770"/>
            <a:ext cx="4230000" cy="270000"/>
          </a:xfrm>
          <a:prstGeom prst="rect">
            <a:avLst/>
          </a:prstGeom>
          <a:noFill/>
          <a:ln>
            <a:noFill/>
          </a:ln>
        </p:spPr>
        <p:txBody>
          <a:bodyPr anchorCtr="0" anchor="b" bIns="41425" lIns="82875" spcFirstLastPara="1" rIns="82875" wrap="square" tIns="41425">
            <a:noAutofit/>
          </a:bodyPr>
          <a:lstStyle>
            <a:lvl1pPr indent="-228600" lvl="0" marL="457200" algn="r">
              <a:spcBef>
                <a:spcPts val="210"/>
              </a:spcBef>
              <a:spcAft>
                <a:spcPts val="0"/>
              </a:spcAft>
              <a:buClr>
                <a:srgbClr val="D8D8D8"/>
              </a:buClr>
              <a:buSzPts val="700"/>
              <a:buNone/>
              <a:defRPr sz="700">
                <a:solidFill>
                  <a:srgbClr val="D8D8D8"/>
                </a:solidFill>
              </a:defRPr>
            </a:lvl1pPr>
            <a:lvl2pPr indent="-273050" lvl="1" marL="914400" algn="r">
              <a:spcBef>
                <a:spcPts val="280"/>
              </a:spcBef>
              <a:spcAft>
                <a:spcPts val="0"/>
              </a:spcAft>
              <a:buClr>
                <a:srgbClr val="D8D8D8"/>
              </a:buClr>
              <a:buSzPts val="700"/>
              <a:buChar char="–"/>
              <a:defRPr sz="700">
                <a:solidFill>
                  <a:srgbClr val="D8D8D8"/>
                </a:solidFill>
              </a:defRPr>
            </a:lvl2pPr>
            <a:lvl3pPr indent="-273050" lvl="2" marL="1371600" algn="r">
              <a:spcBef>
                <a:spcPts val="240"/>
              </a:spcBef>
              <a:spcAft>
                <a:spcPts val="0"/>
              </a:spcAft>
              <a:buClr>
                <a:srgbClr val="D8D8D8"/>
              </a:buClr>
              <a:buSzPts val="700"/>
              <a:buChar char="•"/>
              <a:defRPr sz="700">
                <a:solidFill>
                  <a:srgbClr val="D8D8D8"/>
                </a:solidFill>
              </a:defRPr>
            </a:lvl3pPr>
            <a:lvl4pPr indent="-273050" lvl="3" marL="1828800" algn="r">
              <a:spcBef>
                <a:spcPts val="210"/>
              </a:spcBef>
              <a:spcAft>
                <a:spcPts val="0"/>
              </a:spcAft>
              <a:buClr>
                <a:srgbClr val="D8D8D8"/>
              </a:buClr>
              <a:buSzPts val="700"/>
              <a:buChar char="–"/>
              <a:defRPr sz="700">
                <a:solidFill>
                  <a:srgbClr val="D8D8D8"/>
                </a:solidFill>
              </a:defRPr>
            </a:lvl4pPr>
            <a:lvl5pPr indent="-273050" lvl="4" marL="2286000" algn="r">
              <a:spcBef>
                <a:spcPts val="210"/>
              </a:spcBef>
              <a:spcAft>
                <a:spcPts val="0"/>
              </a:spcAft>
              <a:buClr>
                <a:srgbClr val="D8D8D8"/>
              </a:buClr>
              <a:buSzPts val="700"/>
              <a:buChar char="»"/>
              <a:defRPr sz="700">
                <a:solidFill>
                  <a:srgbClr val="D8D8D8"/>
                </a:solidFill>
              </a:defRPr>
            </a:lvl5pPr>
            <a:lvl6pPr indent="-273050" lvl="5" marL="2743200" algn="r">
              <a:spcBef>
                <a:spcPts val="360"/>
              </a:spcBef>
              <a:spcAft>
                <a:spcPts val="0"/>
              </a:spcAft>
              <a:buClr>
                <a:srgbClr val="D8D8D8"/>
              </a:buClr>
              <a:buSzPts val="700"/>
              <a:buChar char="•"/>
              <a:defRPr sz="700">
                <a:solidFill>
                  <a:srgbClr val="D8D8D8"/>
                </a:solidFill>
              </a:defRPr>
            </a:lvl6pPr>
            <a:lvl7pPr indent="-273050" lvl="6" marL="3200400" algn="r">
              <a:spcBef>
                <a:spcPts val="360"/>
              </a:spcBef>
              <a:spcAft>
                <a:spcPts val="0"/>
              </a:spcAft>
              <a:buClr>
                <a:srgbClr val="D8D8D8"/>
              </a:buClr>
              <a:buSzPts val="700"/>
              <a:buChar char="•"/>
              <a:defRPr sz="700">
                <a:solidFill>
                  <a:srgbClr val="D8D8D8"/>
                </a:solidFill>
              </a:defRPr>
            </a:lvl7pPr>
            <a:lvl8pPr indent="-273050" lvl="7" marL="3657600" algn="r">
              <a:spcBef>
                <a:spcPts val="360"/>
              </a:spcBef>
              <a:spcAft>
                <a:spcPts val="0"/>
              </a:spcAft>
              <a:buClr>
                <a:srgbClr val="D8D8D8"/>
              </a:buClr>
              <a:buSzPts val="700"/>
              <a:buChar char="•"/>
              <a:defRPr sz="700">
                <a:solidFill>
                  <a:srgbClr val="D8D8D8"/>
                </a:solidFill>
              </a:defRPr>
            </a:lvl8pPr>
            <a:lvl9pPr indent="-273050" lvl="8" marL="4114800" algn="r">
              <a:spcBef>
                <a:spcPts val="360"/>
              </a:spcBef>
              <a:spcAft>
                <a:spcPts val="0"/>
              </a:spcAft>
              <a:buClr>
                <a:srgbClr val="D8D8D8"/>
              </a:buClr>
              <a:buSzPts val="700"/>
              <a:buChar char="•"/>
              <a:defRPr sz="700">
                <a:solidFill>
                  <a:srgbClr val="D8D8D8"/>
                </a:solidFill>
              </a:defRPr>
            </a:lvl9pPr>
          </a:lstStyle>
          <a:p/>
        </p:txBody>
      </p:sp>
      <p:sp>
        <p:nvSpPr>
          <p:cNvPr id="88" name="Google Shape;88;p11"/>
          <p:cNvSpPr txBox="1"/>
          <p:nvPr/>
        </p:nvSpPr>
        <p:spPr>
          <a:xfrm>
            <a:off x="293900" y="4727153"/>
            <a:ext cx="8666400" cy="191400"/>
          </a:xfrm>
          <a:prstGeom prst="rect">
            <a:avLst/>
          </a:prstGeom>
          <a:noFill/>
          <a:ln>
            <a:noFill/>
          </a:ln>
        </p:spPr>
        <p:txBody>
          <a:bodyPr anchorCtr="0" anchor="t" bIns="41425" lIns="82875" spcFirstLastPara="1" rIns="82875" wrap="square" tIns="41425">
            <a:spAutoFit/>
          </a:bodyPr>
          <a:lstStyle/>
          <a:p>
            <a:pPr indent="0" lvl="0" marL="0" marR="0" rtl="0" algn="l">
              <a:lnSpc>
                <a:spcPct val="100000"/>
              </a:lnSpc>
              <a:spcBef>
                <a:spcPts val="0"/>
              </a:spcBef>
              <a:spcAft>
                <a:spcPts val="0"/>
              </a:spcAft>
              <a:buClr>
                <a:srgbClr val="FFFFFF"/>
              </a:buClr>
              <a:buSzPts val="700"/>
              <a:buFont typeface="Arial"/>
              <a:buNone/>
            </a:pPr>
            <a:r>
              <a:rPr lang="en-US" sz="700">
                <a:solidFill>
                  <a:srgbClr val="FFFFFF"/>
                </a:solidFill>
              </a:rPr>
              <a:t>Course projects</a:t>
            </a:r>
            <a:r>
              <a:rPr i="0" lang="en-US" sz="700" u="none" cap="none" strike="noStrike">
                <a:solidFill>
                  <a:srgbClr val="FFFFFF"/>
                </a:solidFill>
              </a:rPr>
              <a:t>		Microbial Omics				</a:t>
            </a:r>
            <a:endParaRPr i="0" sz="700" u="none" cap="none" strike="noStrike">
              <a:solidFill>
                <a:srgbClr val="FFFFFF"/>
              </a:solidFill>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eft img gray">
  <p:cSld name="Left img gray">
    <p:spTree>
      <p:nvGrpSpPr>
        <p:cNvPr id="89" name="Shape 89"/>
        <p:cNvGrpSpPr/>
        <p:nvPr/>
      </p:nvGrpSpPr>
      <p:grpSpPr>
        <a:xfrm>
          <a:off x="0" y="0"/>
          <a:ext cx="0" cy="0"/>
          <a:chOff x="0" y="0"/>
          <a:chExt cx="0" cy="0"/>
        </a:xfrm>
      </p:grpSpPr>
      <p:sp>
        <p:nvSpPr>
          <p:cNvPr id="90" name="Google Shape;90;p12"/>
          <p:cNvSpPr/>
          <p:nvPr/>
        </p:nvSpPr>
        <p:spPr>
          <a:xfrm>
            <a:off x="0" y="0"/>
            <a:ext cx="9144000" cy="5143499"/>
          </a:xfrm>
          <a:prstGeom prst="rect">
            <a:avLst/>
          </a:prstGeom>
          <a:solidFill>
            <a:srgbClr val="F2F2F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91" name="Google Shape;91;p12"/>
          <p:cNvSpPr/>
          <p:nvPr/>
        </p:nvSpPr>
        <p:spPr>
          <a:xfrm>
            <a:off x="251952" y="4748349"/>
            <a:ext cx="8631791" cy="156303"/>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92" name="Google Shape;92;p12"/>
          <p:cNvSpPr txBox="1"/>
          <p:nvPr>
            <p:ph type="title"/>
          </p:nvPr>
        </p:nvSpPr>
        <p:spPr>
          <a:xfrm>
            <a:off x="161950" y="141723"/>
            <a:ext cx="8730000" cy="385800"/>
          </a:xfrm>
          <a:prstGeom prst="rect">
            <a:avLst/>
          </a:prstGeom>
          <a:noFill/>
          <a:ln>
            <a:noFill/>
          </a:ln>
        </p:spPr>
        <p:txBody>
          <a:bodyPr anchorCtr="0" anchor="t" bIns="45700" lIns="91425" spcFirstLastPara="1" rIns="91425" wrap="square" tIns="45700">
            <a:noAutofit/>
          </a:bodyPr>
          <a:lstStyle>
            <a:lvl1pPr lvl="0" marR="0" algn="l">
              <a:spcBef>
                <a:spcPts val="0"/>
              </a:spcBef>
              <a:spcAft>
                <a:spcPts val="0"/>
              </a:spcAft>
              <a:buClr>
                <a:schemeClr val="dk1"/>
              </a:buClr>
              <a:buSzPts val="2000"/>
              <a:buNone/>
              <a:defRPr b="1" i="0" sz="2000" u="none" cap="none" strike="noStrike">
                <a:solidFill>
                  <a:schemeClr val="dk1"/>
                </a:solidFil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pic>
        <p:nvPicPr>
          <p:cNvPr id="93" name="Google Shape;93;p12"/>
          <p:cNvPicPr preferRelativeResize="0"/>
          <p:nvPr/>
        </p:nvPicPr>
        <p:blipFill rotWithShape="1">
          <a:blip r:embed="rId2">
            <a:alphaModFix/>
          </a:blip>
          <a:srcRect b="0" l="0" r="0" t="0"/>
          <a:stretch/>
        </p:blipFill>
        <p:spPr>
          <a:xfrm>
            <a:off x="8262041" y="173170"/>
            <a:ext cx="720009" cy="300155"/>
          </a:xfrm>
          <a:prstGeom prst="rect">
            <a:avLst/>
          </a:prstGeom>
          <a:noFill/>
          <a:ln>
            <a:noFill/>
          </a:ln>
        </p:spPr>
      </p:pic>
      <p:sp>
        <p:nvSpPr>
          <p:cNvPr id="94" name="Google Shape;94;p12"/>
          <p:cNvSpPr txBox="1"/>
          <p:nvPr>
            <p:ph idx="1" type="body"/>
          </p:nvPr>
        </p:nvSpPr>
        <p:spPr>
          <a:xfrm>
            <a:off x="161925" y="681729"/>
            <a:ext cx="5130000" cy="360000"/>
          </a:xfrm>
          <a:prstGeom prst="rect">
            <a:avLst/>
          </a:prstGeom>
          <a:noFill/>
          <a:ln>
            <a:noFill/>
          </a:ln>
        </p:spPr>
        <p:txBody>
          <a:bodyPr anchorCtr="0" anchor="t" bIns="41425" lIns="82875" spcFirstLastPara="1" rIns="82875" wrap="square" tIns="41425">
            <a:noAutofit/>
          </a:bodyPr>
          <a:lstStyle>
            <a:lvl1pPr indent="-228600" lvl="0" marL="457200" algn="l">
              <a:spcBef>
                <a:spcPts val="320"/>
              </a:spcBef>
              <a:spcAft>
                <a:spcPts val="0"/>
              </a:spcAft>
              <a:buClr>
                <a:schemeClr val="dk1"/>
              </a:buClr>
              <a:buSzPts val="1800"/>
              <a:buNone/>
              <a:defRPr sz="1800"/>
            </a:lvl1pPr>
            <a:lvl2pPr indent="-342900" lvl="1" marL="914400" algn="l">
              <a:spcBef>
                <a:spcPts val="280"/>
              </a:spcBef>
              <a:spcAft>
                <a:spcPts val="0"/>
              </a:spcAft>
              <a:buClr>
                <a:schemeClr val="dk1"/>
              </a:buClr>
              <a:buSzPts val="1800"/>
              <a:buChar char="–"/>
              <a:defRPr sz="1800"/>
            </a:lvl2pPr>
            <a:lvl3pPr indent="-342900" lvl="2" marL="1371600" algn="l">
              <a:spcBef>
                <a:spcPts val="240"/>
              </a:spcBef>
              <a:spcAft>
                <a:spcPts val="0"/>
              </a:spcAft>
              <a:buClr>
                <a:schemeClr val="dk1"/>
              </a:buClr>
              <a:buSzPts val="1800"/>
              <a:buChar char="•"/>
              <a:defRPr sz="1800"/>
            </a:lvl3pPr>
            <a:lvl4pPr indent="-342900" lvl="3" marL="1828800" algn="l">
              <a:spcBef>
                <a:spcPts val="210"/>
              </a:spcBef>
              <a:spcAft>
                <a:spcPts val="0"/>
              </a:spcAft>
              <a:buClr>
                <a:schemeClr val="dk1"/>
              </a:buClr>
              <a:buSzPts val="1800"/>
              <a:buChar char="–"/>
              <a:defRPr sz="1800"/>
            </a:lvl4pPr>
            <a:lvl5pPr indent="-342900" lvl="4" marL="2286000" algn="l">
              <a:spcBef>
                <a:spcPts val="21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95" name="Google Shape;95;p12"/>
          <p:cNvSpPr txBox="1"/>
          <p:nvPr>
            <p:ph idx="2" type="body"/>
          </p:nvPr>
        </p:nvSpPr>
        <p:spPr>
          <a:xfrm>
            <a:off x="5292008" y="1131734"/>
            <a:ext cx="3600000" cy="3133500"/>
          </a:xfrm>
          <a:prstGeom prst="rect">
            <a:avLst/>
          </a:prstGeom>
          <a:noFill/>
          <a:ln>
            <a:noFill/>
          </a:ln>
        </p:spPr>
        <p:txBody>
          <a:bodyPr anchorCtr="0" anchor="t" bIns="41425" lIns="82875" spcFirstLastPara="1" rIns="82875" wrap="square" tIns="41425">
            <a:noAutofit/>
          </a:bodyPr>
          <a:lstStyle>
            <a:lvl1pPr indent="-228600" lvl="0" marL="457200" algn="l">
              <a:spcBef>
                <a:spcPts val="320"/>
              </a:spcBef>
              <a:spcAft>
                <a:spcPts val="0"/>
              </a:spcAft>
              <a:buClr>
                <a:schemeClr val="dk1"/>
              </a:buClr>
              <a:buSzPts val="1800"/>
              <a:buNone/>
              <a:defRPr sz="1800"/>
            </a:lvl1pPr>
            <a:lvl2pPr indent="-342900" lvl="1" marL="914400" algn="l">
              <a:spcBef>
                <a:spcPts val="280"/>
              </a:spcBef>
              <a:spcAft>
                <a:spcPts val="0"/>
              </a:spcAft>
              <a:buClr>
                <a:schemeClr val="dk1"/>
              </a:buClr>
              <a:buSzPts val="1800"/>
              <a:buChar char="–"/>
              <a:defRPr sz="1800"/>
            </a:lvl2pPr>
            <a:lvl3pPr indent="-342900" lvl="2" marL="1371600" algn="l">
              <a:spcBef>
                <a:spcPts val="240"/>
              </a:spcBef>
              <a:spcAft>
                <a:spcPts val="0"/>
              </a:spcAft>
              <a:buClr>
                <a:schemeClr val="dk1"/>
              </a:buClr>
              <a:buSzPts val="1800"/>
              <a:buChar char="•"/>
              <a:defRPr sz="1800"/>
            </a:lvl3pPr>
            <a:lvl4pPr indent="-342900" lvl="3" marL="1828800" algn="l">
              <a:spcBef>
                <a:spcPts val="210"/>
              </a:spcBef>
              <a:spcAft>
                <a:spcPts val="0"/>
              </a:spcAft>
              <a:buClr>
                <a:schemeClr val="dk1"/>
              </a:buClr>
              <a:buSzPts val="1800"/>
              <a:buChar char="–"/>
              <a:defRPr sz="1800"/>
            </a:lvl4pPr>
            <a:lvl5pPr indent="-342900" lvl="4" marL="2286000" algn="l">
              <a:spcBef>
                <a:spcPts val="21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96" name="Google Shape;96;p12"/>
          <p:cNvSpPr txBox="1"/>
          <p:nvPr>
            <p:ph idx="3" type="body"/>
          </p:nvPr>
        </p:nvSpPr>
        <p:spPr>
          <a:xfrm>
            <a:off x="4661974" y="4371770"/>
            <a:ext cx="4230073" cy="270003"/>
          </a:xfrm>
          <a:prstGeom prst="rect">
            <a:avLst/>
          </a:prstGeom>
          <a:noFill/>
          <a:ln>
            <a:noFill/>
          </a:ln>
        </p:spPr>
        <p:txBody>
          <a:bodyPr anchorCtr="0" anchor="b" bIns="41425" lIns="82875" spcFirstLastPara="1" rIns="82875" wrap="square" tIns="41425">
            <a:noAutofit/>
          </a:bodyPr>
          <a:lstStyle>
            <a:lvl1pPr indent="-228600" lvl="0" marL="457200" algn="r">
              <a:spcBef>
                <a:spcPts val="210"/>
              </a:spcBef>
              <a:spcAft>
                <a:spcPts val="0"/>
              </a:spcAft>
              <a:buClr>
                <a:srgbClr val="D8D8D8"/>
              </a:buClr>
              <a:buSzPts val="700"/>
              <a:buNone/>
              <a:defRPr sz="700">
                <a:solidFill>
                  <a:srgbClr val="D8D8D8"/>
                </a:solidFill>
              </a:defRPr>
            </a:lvl1pPr>
            <a:lvl2pPr indent="-273050" lvl="1" marL="914400" algn="r">
              <a:spcBef>
                <a:spcPts val="280"/>
              </a:spcBef>
              <a:spcAft>
                <a:spcPts val="0"/>
              </a:spcAft>
              <a:buClr>
                <a:srgbClr val="D8D8D8"/>
              </a:buClr>
              <a:buSzPts val="700"/>
              <a:buChar char="–"/>
              <a:defRPr sz="700">
                <a:solidFill>
                  <a:srgbClr val="D8D8D8"/>
                </a:solidFill>
              </a:defRPr>
            </a:lvl2pPr>
            <a:lvl3pPr indent="-273050" lvl="2" marL="1371600" algn="r">
              <a:spcBef>
                <a:spcPts val="240"/>
              </a:spcBef>
              <a:spcAft>
                <a:spcPts val="0"/>
              </a:spcAft>
              <a:buClr>
                <a:srgbClr val="D8D8D8"/>
              </a:buClr>
              <a:buSzPts val="700"/>
              <a:buChar char="•"/>
              <a:defRPr sz="700">
                <a:solidFill>
                  <a:srgbClr val="D8D8D8"/>
                </a:solidFill>
              </a:defRPr>
            </a:lvl3pPr>
            <a:lvl4pPr indent="-273050" lvl="3" marL="1828800" algn="r">
              <a:spcBef>
                <a:spcPts val="210"/>
              </a:spcBef>
              <a:spcAft>
                <a:spcPts val="0"/>
              </a:spcAft>
              <a:buClr>
                <a:srgbClr val="D8D8D8"/>
              </a:buClr>
              <a:buSzPts val="700"/>
              <a:buChar char="–"/>
              <a:defRPr sz="700">
                <a:solidFill>
                  <a:srgbClr val="D8D8D8"/>
                </a:solidFill>
              </a:defRPr>
            </a:lvl4pPr>
            <a:lvl5pPr indent="-273050" lvl="4" marL="2286000" algn="r">
              <a:spcBef>
                <a:spcPts val="210"/>
              </a:spcBef>
              <a:spcAft>
                <a:spcPts val="0"/>
              </a:spcAft>
              <a:buClr>
                <a:srgbClr val="D8D8D8"/>
              </a:buClr>
              <a:buSzPts val="700"/>
              <a:buChar char="»"/>
              <a:defRPr sz="700">
                <a:solidFill>
                  <a:srgbClr val="D8D8D8"/>
                </a:solidFill>
              </a:defRPr>
            </a:lvl5pPr>
            <a:lvl6pPr indent="-273050" lvl="5" marL="2743200" algn="r">
              <a:spcBef>
                <a:spcPts val="360"/>
              </a:spcBef>
              <a:spcAft>
                <a:spcPts val="0"/>
              </a:spcAft>
              <a:buClr>
                <a:srgbClr val="D8D8D8"/>
              </a:buClr>
              <a:buSzPts val="700"/>
              <a:buChar char="•"/>
              <a:defRPr sz="700">
                <a:solidFill>
                  <a:srgbClr val="D8D8D8"/>
                </a:solidFill>
              </a:defRPr>
            </a:lvl6pPr>
            <a:lvl7pPr indent="-273050" lvl="6" marL="3200400" algn="r">
              <a:spcBef>
                <a:spcPts val="360"/>
              </a:spcBef>
              <a:spcAft>
                <a:spcPts val="0"/>
              </a:spcAft>
              <a:buClr>
                <a:srgbClr val="D8D8D8"/>
              </a:buClr>
              <a:buSzPts val="700"/>
              <a:buChar char="•"/>
              <a:defRPr sz="700">
                <a:solidFill>
                  <a:srgbClr val="D8D8D8"/>
                </a:solidFill>
              </a:defRPr>
            </a:lvl7pPr>
            <a:lvl8pPr indent="-273050" lvl="7" marL="3657600" algn="r">
              <a:spcBef>
                <a:spcPts val="360"/>
              </a:spcBef>
              <a:spcAft>
                <a:spcPts val="0"/>
              </a:spcAft>
              <a:buClr>
                <a:srgbClr val="D8D8D8"/>
              </a:buClr>
              <a:buSzPts val="700"/>
              <a:buChar char="•"/>
              <a:defRPr sz="700">
                <a:solidFill>
                  <a:srgbClr val="D8D8D8"/>
                </a:solidFill>
              </a:defRPr>
            </a:lvl8pPr>
            <a:lvl9pPr indent="-273050" lvl="8" marL="4114800" algn="r">
              <a:spcBef>
                <a:spcPts val="360"/>
              </a:spcBef>
              <a:spcAft>
                <a:spcPts val="0"/>
              </a:spcAft>
              <a:buClr>
                <a:srgbClr val="D8D8D8"/>
              </a:buClr>
              <a:buSzPts val="700"/>
              <a:buChar char="•"/>
              <a:defRPr sz="700">
                <a:solidFill>
                  <a:srgbClr val="D8D8D8"/>
                </a:solidFill>
              </a:defRPr>
            </a:lvl9pPr>
          </a:lstStyle>
          <a:p/>
        </p:txBody>
      </p:sp>
      <p:sp>
        <p:nvSpPr>
          <p:cNvPr id="97" name="Google Shape;97;p12"/>
          <p:cNvSpPr txBox="1"/>
          <p:nvPr/>
        </p:nvSpPr>
        <p:spPr>
          <a:xfrm>
            <a:off x="293900" y="4727153"/>
            <a:ext cx="8666400" cy="191400"/>
          </a:xfrm>
          <a:prstGeom prst="rect">
            <a:avLst/>
          </a:prstGeom>
          <a:noFill/>
          <a:ln>
            <a:noFill/>
          </a:ln>
        </p:spPr>
        <p:txBody>
          <a:bodyPr anchorCtr="0" anchor="t" bIns="41425" lIns="82875" spcFirstLastPara="1" rIns="82875" wrap="square" tIns="41425">
            <a:spAutoFit/>
          </a:bodyPr>
          <a:lstStyle/>
          <a:p>
            <a:pPr indent="0" lvl="0" marL="0" marR="0" rtl="0" algn="l">
              <a:lnSpc>
                <a:spcPct val="100000"/>
              </a:lnSpc>
              <a:spcBef>
                <a:spcPts val="0"/>
              </a:spcBef>
              <a:spcAft>
                <a:spcPts val="0"/>
              </a:spcAft>
              <a:buClr>
                <a:srgbClr val="FFFFFF"/>
              </a:buClr>
              <a:buSzPts val="700"/>
              <a:buFont typeface="Arial"/>
              <a:buNone/>
            </a:pPr>
            <a:r>
              <a:rPr lang="en-US" sz="700">
                <a:solidFill>
                  <a:srgbClr val="FFFFFF"/>
                </a:solidFill>
              </a:rPr>
              <a:t>Course projects</a:t>
            </a:r>
            <a:r>
              <a:rPr i="0" lang="en-US" sz="700" u="none" cap="none" strike="noStrike">
                <a:solidFill>
                  <a:srgbClr val="FFFFFF"/>
                </a:solidFill>
              </a:rPr>
              <a:t>		Microbial Omics				</a:t>
            </a:r>
            <a:endParaRPr i="0" sz="700" u="none" cap="none" strike="noStrike">
              <a:solidFill>
                <a:srgbClr val="FFFFFF"/>
              </a:solidFill>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ight img gray">
  <p:cSld name="Right img gray">
    <p:spTree>
      <p:nvGrpSpPr>
        <p:cNvPr id="98" name="Shape 98"/>
        <p:cNvGrpSpPr/>
        <p:nvPr/>
      </p:nvGrpSpPr>
      <p:grpSpPr>
        <a:xfrm>
          <a:off x="0" y="0"/>
          <a:ext cx="0" cy="0"/>
          <a:chOff x="0" y="0"/>
          <a:chExt cx="0" cy="0"/>
        </a:xfrm>
      </p:grpSpPr>
      <p:sp>
        <p:nvSpPr>
          <p:cNvPr id="99" name="Google Shape;99;p13"/>
          <p:cNvSpPr/>
          <p:nvPr/>
        </p:nvSpPr>
        <p:spPr>
          <a:xfrm>
            <a:off x="0" y="0"/>
            <a:ext cx="9144000" cy="5143499"/>
          </a:xfrm>
          <a:prstGeom prst="rect">
            <a:avLst/>
          </a:prstGeom>
          <a:solidFill>
            <a:srgbClr val="F2F2F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00" name="Google Shape;100;p13"/>
          <p:cNvSpPr/>
          <p:nvPr/>
        </p:nvSpPr>
        <p:spPr>
          <a:xfrm>
            <a:off x="251952" y="4748349"/>
            <a:ext cx="8631791" cy="156303"/>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01" name="Google Shape;101;p13"/>
          <p:cNvSpPr txBox="1"/>
          <p:nvPr>
            <p:ph type="title"/>
          </p:nvPr>
        </p:nvSpPr>
        <p:spPr>
          <a:xfrm>
            <a:off x="161950" y="141723"/>
            <a:ext cx="8730097" cy="385749"/>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Clr>
                <a:schemeClr val="dk1"/>
              </a:buClr>
              <a:buSzPts val="2000"/>
              <a:buNone/>
              <a:defRPr b="1" i="0" sz="2000" u="none" cap="none" strike="noStrike">
                <a:solidFill>
                  <a:schemeClr val="dk1"/>
                </a:solidFil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pic>
        <p:nvPicPr>
          <p:cNvPr id="102" name="Google Shape;102;p13"/>
          <p:cNvPicPr preferRelativeResize="0"/>
          <p:nvPr/>
        </p:nvPicPr>
        <p:blipFill rotWithShape="1">
          <a:blip r:embed="rId2">
            <a:alphaModFix/>
          </a:blip>
          <a:srcRect b="0" l="0" r="0" t="0"/>
          <a:stretch/>
        </p:blipFill>
        <p:spPr>
          <a:xfrm>
            <a:off x="8262041" y="173170"/>
            <a:ext cx="720009" cy="300155"/>
          </a:xfrm>
          <a:prstGeom prst="rect">
            <a:avLst/>
          </a:prstGeom>
          <a:noFill/>
          <a:ln>
            <a:noFill/>
          </a:ln>
        </p:spPr>
      </p:pic>
      <p:sp>
        <p:nvSpPr>
          <p:cNvPr id="103" name="Google Shape;103;p13"/>
          <p:cNvSpPr txBox="1"/>
          <p:nvPr>
            <p:ph idx="1" type="body"/>
          </p:nvPr>
        </p:nvSpPr>
        <p:spPr>
          <a:xfrm>
            <a:off x="4932004" y="681729"/>
            <a:ext cx="3960018" cy="360004"/>
          </a:xfrm>
          <a:prstGeom prst="rect">
            <a:avLst/>
          </a:prstGeom>
          <a:noFill/>
          <a:ln>
            <a:noFill/>
          </a:ln>
        </p:spPr>
        <p:txBody>
          <a:bodyPr anchorCtr="0" anchor="t" bIns="41425" lIns="82875" spcFirstLastPara="1" rIns="82875" wrap="square" tIns="41425">
            <a:noAutofit/>
          </a:bodyPr>
          <a:lstStyle>
            <a:lvl1pPr indent="-228600" lvl="0" marL="457200" algn="l">
              <a:spcBef>
                <a:spcPts val="320"/>
              </a:spcBef>
              <a:spcAft>
                <a:spcPts val="0"/>
              </a:spcAft>
              <a:buClr>
                <a:schemeClr val="dk1"/>
              </a:buClr>
              <a:buSzPts val="1600"/>
              <a:buNone/>
              <a:defRPr/>
            </a:lvl1pPr>
            <a:lvl2pPr indent="-330200" lvl="1" marL="914400" algn="l">
              <a:spcBef>
                <a:spcPts val="280"/>
              </a:spcBef>
              <a:spcAft>
                <a:spcPts val="0"/>
              </a:spcAft>
              <a:buClr>
                <a:schemeClr val="dk1"/>
              </a:buClr>
              <a:buSzPts val="1600"/>
              <a:buChar char="–"/>
              <a:defRPr/>
            </a:lvl2pPr>
            <a:lvl3pPr indent="-330200" lvl="2" marL="1371600" algn="l">
              <a:spcBef>
                <a:spcPts val="240"/>
              </a:spcBef>
              <a:spcAft>
                <a:spcPts val="0"/>
              </a:spcAft>
              <a:buClr>
                <a:schemeClr val="dk1"/>
              </a:buClr>
              <a:buSzPts val="1600"/>
              <a:buChar char="•"/>
              <a:defRPr/>
            </a:lvl3pPr>
            <a:lvl4pPr indent="-330200" lvl="3" marL="1828800" algn="l">
              <a:spcBef>
                <a:spcPts val="210"/>
              </a:spcBef>
              <a:spcAft>
                <a:spcPts val="0"/>
              </a:spcAft>
              <a:buClr>
                <a:schemeClr val="dk1"/>
              </a:buClr>
              <a:buSzPts val="1600"/>
              <a:buChar char="–"/>
              <a:defRPr/>
            </a:lvl4pPr>
            <a:lvl5pPr indent="-330200" lvl="4" marL="2286000" algn="l">
              <a:spcBef>
                <a:spcPts val="210"/>
              </a:spcBef>
              <a:spcAft>
                <a:spcPts val="0"/>
              </a:spcAft>
              <a:buClr>
                <a:schemeClr val="dk1"/>
              </a:buClr>
              <a:buSzPts val="1600"/>
              <a:buChar char="»"/>
              <a:defRPr/>
            </a:lvl5pPr>
            <a:lvl6pPr indent="-330200" lvl="5" marL="2743200" algn="l">
              <a:spcBef>
                <a:spcPts val="360"/>
              </a:spcBef>
              <a:spcAft>
                <a:spcPts val="0"/>
              </a:spcAft>
              <a:buClr>
                <a:schemeClr val="dk1"/>
              </a:buClr>
              <a:buSzPts val="1600"/>
              <a:buChar char="•"/>
              <a:defRPr sz="1600"/>
            </a:lvl6pPr>
            <a:lvl7pPr indent="-330200" lvl="6" marL="3200400" algn="l">
              <a:spcBef>
                <a:spcPts val="360"/>
              </a:spcBef>
              <a:spcAft>
                <a:spcPts val="0"/>
              </a:spcAft>
              <a:buClr>
                <a:schemeClr val="dk1"/>
              </a:buClr>
              <a:buSzPts val="1600"/>
              <a:buChar char="•"/>
              <a:defRPr sz="1600"/>
            </a:lvl7pPr>
            <a:lvl8pPr indent="-330200" lvl="7" marL="3657600" algn="l">
              <a:spcBef>
                <a:spcPts val="360"/>
              </a:spcBef>
              <a:spcAft>
                <a:spcPts val="0"/>
              </a:spcAft>
              <a:buClr>
                <a:schemeClr val="dk1"/>
              </a:buClr>
              <a:buSzPts val="1600"/>
              <a:buChar char="•"/>
              <a:defRPr sz="1600"/>
            </a:lvl8pPr>
            <a:lvl9pPr indent="-330200" lvl="8" marL="4114800" algn="l">
              <a:spcBef>
                <a:spcPts val="360"/>
              </a:spcBef>
              <a:spcAft>
                <a:spcPts val="0"/>
              </a:spcAft>
              <a:buClr>
                <a:schemeClr val="dk1"/>
              </a:buClr>
              <a:buSzPts val="1600"/>
              <a:buChar char="•"/>
              <a:defRPr sz="1600"/>
            </a:lvl9pPr>
          </a:lstStyle>
          <a:p/>
        </p:txBody>
      </p:sp>
      <p:sp>
        <p:nvSpPr>
          <p:cNvPr id="104" name="Google Shape;104;p13"/>
          <p:cNvSpPr txBox="1"/>
          <p:nvPr>
            <p:ph idx="2" type="body"/>
          </p:nvPr>
        </p:nvSpPr>
        <p:spPr>
          <a:xfrm>
            <a:off x="161926" y="681729"/>
            <a:ext cx="4590076" cy="3960044"/>
          </a:xfrm>
          <a:prstGeom prst="rect">
            <a:avLst/>
          </a:prstGeom>
          <a:noFill/>
          <a:ln>
            <a:noFill/>
          </a:ln>
        </p:spPr>
        <p:txBody>
          <a:bodyPr anchorCtr="0" anchor="t" bIns="41425" lIns="82875" spcFirstLastPara="1" rIns="82875" wrap="square" tIns="41425">
            <a:noAutofit/>
          </a:bodyPr>
          <a:lstStyle>
            <a:lvl1pPr indent="-228600" lvl="0" marL="457200" algn="l">
              <a:spcBef>
                <a:spcPts val="320"/>
              </a:spcBef>
              <a:spcAft>
                <a:spcPts val="0"/>
              </a:spcAft>
              <a:buClr>
                <a:schemeClr val="dk1"/>
              </a:buClr>
              <a:buSzPts val="1600"/>
              <a:buNone/>
              <a:defRPr/>
            </a:lvl1pPr>
            <a:lvl2pPr indent="-330200" lvl="1" marL="914400" algn="l">
              <a:spcBef>
                <a:spcPts val="280"/>
              </a:spcBef>
              <a:spcAft>
                <a:spcPts val="0"/>
              </a:spcAft>
              <a:buClr>
                <a:schemeClr val="dk1"/>
              </a:buClr>
              <a:buSzPts val="1600"/>
              <a:buChar char="–"/>
              <a:defRPr/>
            </a:lvl2pPr>
            <a:lvl3pPr indent="-330200" lvl="2" marL="1371600" algn="l">
              <a:spcBef>
                <a:spcPts val="240"/>
              </a:spcBef>
              <a:spcAft>
                <a:spcPts val="0"/>
              </a:spcAft>
              <a:buClr>
                <a:schemeClr val="dk1"/>
              </a:buClr>
              <a:buSzPts val="1600"/>
              <a:buChar char="•"/>
              <a:defRPr/>
            </a:lvl3pPr>
            <a:lvl4pPr indent="-330200" lvl="3" marL="1828800" algn="l">
              <a:spcBef>
                <a:spcPts val="210"/>
              </a:spcBef>
              <a:spcAft>
                <a:spcPts val="0"/>
              </a:spcAft>
              <a:buClr>
                <a:schemeClr val="dk1"/>
              </a:buClr>
              <a:buSzPts val="1600"/>
              <a:buChar char="–"/>
              <a:defRPr/>
            </a:lvl4pPr>
            <a:lvl5pPr indent="-330200" lvl="4" marL="2286000" algn="l">
              <a:spcBef>
                <a:spcPts val="210"/>
              </a:spcBef>
              <a:spcAft>
                <a:spcPts val="0"/>
              </a:spcAft>
              <a:buClr>
                <a:schemeClr val="dk1"/>
              </a:buClr>
              <a:buSzPts val="1600"/>
              <a:buChar char="»"/>
              <a:defRPr/>
            </a:lvl5pPr>
            <a:lvl6pPr indent="-330200" lvl="5" marL="2743200" algn="l">
              <a:spcBef>
                <a:spcPts val="360"/>
              </a:spcBef>
              <a:spcAft>
                <a:spcPts val="0"/>
              </a:spcAft>
              <a:buClr>
                <a:schemeClr val="dk1"/>
              </a:buClr>
              <a:buSzPts val="1600"/>
              <a:buChar char="•"/>
              <a:defRPr sz="1600"/>
            </a:lvl6pPr>
            <a:lvl7pPr indent="-330200" lvl="6" marL="3200400" algn="l">
              <a:spcBef>
                <a:spcPts val="360"/>
              </a:spcBef>
              <a:spcAft>
                <a:spcPts val="0"/>
              </a:spcAft>
              <a:buClr>
                <a:schemeClr val="dk1"/>
              </a:buClr>
              <a:buSzPts val="1600"/>
              <a:buChar char="•"/>
              <a:defRPr sz="1600"/>
            </a:lvl7pPr>
            <a:lvl8pPr indent="-330200" lvl="7" marL="3657600" algn="l">
              <a:spcBef>
                <a:spcPts val="360"/>
              </a:spcBef>
              <a:spcAft>
                <a:spcPts val="0"/>
              </a:spcAft>
              <a:buClr>
                <a:schemeClr val="dk1"/>
              </a:buClr>
              <a:buSzPts val="1600"/>
              <a:buChar char="•"/>
              <a:defRPr sz="1600"/>
            </a:lvl8pPr>
            <a:lvl9pPr indent="-330200" lvl="8" marL="4114800" algn="l">
              <a:spcBef>
                <a:spcPts val="360"/>
              </a:spcBef>
              <a:spcAft>
                <a:spcPts val="0"/>
              </a:spcAft>
              <a:buClr>
                <a:schemeClr val="dk1"/>
              </a:buClr>
              <a:buSzPts val="1600"/>
              <a:buChar char="•"/>
              <a:defRPr sz="1600"/>
            </a:lvl9pPr>
          </a:lstStyle>
          <a:p/>
        </p:txBody>
      </p:sp>
      <p:sp>
        <p:nvSpPr>
          <p:cNvPr id="105" name="Google Shape;105;p13"/>
          <p:cNvSpPr txBox="1"/>
          <p:nvPr>
            <p:ph idx="3" type="body"/>
          </p:nvPr>
        </p:nvSpPr>
        <p:spPr>
          <a:xfrm>
            <a:off x="4661974" y="4371770"/>
            <a:ext cx="4230073" cy="270003"/>
          </a:xfrm>
          <a:prstGeom prst="rect">
            <a:avLst/>
          </a:prstGeom>
          <a:noFill/>
          <a:ln>
            <a:noFill/>
          </a:ln>
        </p:spPr>
        <p:txBody>
          <a:bodyPr anchorCtr="0" anchor="b" bIns="41425" lIns="82875" spcFirstLastPara="1" rIns="82875" wrap="square" tIns="41425">
            <a:noAutofit/>
          </a:bodyPr>
          <a:lstStyle>
            <a:lvl1pPr indent="-228600" lvl="0" marL="457200" algn="r">
              <a:spcBef>
                <a:spcPts val="210"/>
              </a:spcBef>
              <a:spcAft>
                <a:spcPts val="0"/>
              </a:spcAft>
              <a:buClr>
                <a:srgbClr val="D8D8D8"/>
              </a:buClr>
              <a:buSzPts val="700"/>
              <a:buNone/>
              <a:defRPr sz="700">
                <a:solidFill>
                  <a:srgbClr val="D8D8D8"/>
                </a:solidFill>
              </a:defRPr>
            </a:lvl1pPr>
            <a:lvl2pPr indent="-273050" lvl="1" marL="914400" algn="r">
              <a:spcBef>
                <a:spcPts val="280"/>
              </a:spcBef>
              <a:spcAft>
                <a:spcPts val="0"/>
              </a:spcAft>
              <a:buClr>
                <a:srgbClr val="D8D8D8"/>
              </a:buClr>
              <a:buSzPts val="700"/>
              <a:buChar char="–"/>
              <a:defRPr sz="700">
                <a:solidFill>
                  <a:srgbClr val="D8D8D8"/>
                </a:solidFill>
              </a:defRPr>
            </a:lvl2pPr>
            <a:lvl3pPr indent="-273050" lvl="2" marL="1371600" algn="r">
              <a:spcBef>
                <a:spcPts val="240"/>
              </a:spcBef>
              <a:spcAft>
                <a:spcPts val="0"/>
              </a:spcAft>
              <a:buClr>
                <a:srgbClr val="D8D8D8"/>
              </a:buClr>
              <a:buSzPts val="700"/>
              <a:buChar char="•"/>
              <a:defRPr sz="700">
                <a:solidFill>
                  <a:srgbClr val="D8D8D8"/>
                </a:solidFill>
              </a:defRPr>
            </a:lvl3pPr>
            <a:lvl4pPr indent="-273050" lvl="3" marL="1828800" algn="r">
              <a:spcBef>
                <a:spcPts val="210"/>
              </a:spcBef>
              <a:spcAft>
                <a:spcPts val="0"/>
              </a:spcAft>
              <a:buClr>
                <a:srgbClr val="D8D8D8"/>
              </a:buClr>
              <a:buSzPts val="700"/>
              <a:buChar char="–"/>
              <a:defRPr sz="700">
                <a:solidFill>
                  <a:srgbClr val="D8D8D8"/>
                </a:solidFill>
              </a:defRPr>
            </a:lvl4pPr>
            <a:lvl5pPr indent="-273050" lvl="4" marL="2286000" algn="r">
              <a:spcBef>
                <a:spcPts val="210"/>
              </a:spcBef>
              <a:spcAft>
                <a:spcPts val="0"/>
              </a:spcAft>
              <a:buClr>
                <a:srgbClr val="D8D8D8"/>
              </a:buClr>
              <a:buSzPts val="700"/>
              <a:buChar char="»"/>
              <a:defRPr sz="700">
                <a:solidFill>
                  <a:srgbClr val="D8D8D8"/>
                </a:solidFill>
              </a:defRPr>
            </a:lvl5pPr>
            <a:lvl6pPr indent="-273050" lvl="5" marL="2743200" algn="r">
              <a:spcBef>
                <a:spcPts val="360"/>
              </a:spcBef>
              <a:spcAft>
                <a:spcPts val="0"/>
              </a:spcAft>
              <a:buClr>
                <a:srgbClr val="D8D8D8"/>
              </a:buClr>
              <a:buSzPts val="700"/>
              <a:buChar char="•"/>
              <a:defRPr sz="700">
                <a:solidFill>
                  <a:srgbClr val="D8D8D8"/>
                </a:solidFill>
              </a:defRPr>
            </a:lvl6pPr>
            <a:lvl7pPr indent="-273050" lvl="6" marL="3200400" algn="r">
              <a:spcBef>
                <a:spcPts val="360"/>
              </a:spcBef>
              <a:spcAft>
                <a:spcPts val="0"/>
              </a:spcAft>
              <a:buClr>
                <a:srgbClr val="D8D8D8"/>
              </a:buClr>
              <a:buSzPts val="700"/>
              <a:buChar char="•"/>
              <a:defRPr sz="700">
                <a:solidFill>
                  <a:srgbClr val="D8D8D8"/>
                </a:solidFill>
              </a:defRPr>
            </a:lvl7pPr>
            <a:lvl8pPr indent="-273050" lvl="7" marL="3657600" algn="r">
              <a:spcBef>
                <a:spcPts val="360"/>
              </a:spcBef>
              <a:spcAft>
                <a:spcPts val="0"/>
              </a:spcAft>
              <a:buClr>
                <a:srgbClr val="D8D8D8"/>
              </a:buClr>
              <a:buSzPts val="700"/>
              <a:buChar char="•"/>
              <a:defRPr sz="700">
                <a:solidFill>
                  <a:srgbClr val="D8D8D8"/>
                </a:solidFill>
              </a:defRPr>
            </a:lvl8pPr>
            <a:lvl9pPr indent="-273050" lvl="8" marL="4114800" algn="r">
              <a:spcBef>
                <a:spcPts val="360"/>
              </a:spcBef>
              <a:spcAft>
                <a:spcPts val="0"/>
              </a:spcAft>
              <a:buClr>
                <a:srgbClr val="D8D8D8"/>
              </a:buClr>
              <a:buSzPts val="700"/>
              <a:buChar char="•"/>
              <a:defRPr sz="700">
                <a:solidFill>
                  <a:srgbClr val="D8D8D8"/>
                </a:solidFill>
              </a:defRPr>
            </a:lvl9pPr>
          </a:lstStyle>
          <a:p/>
        </p:txBody>
      </p:sp>
      <p:sp>
        <p:nvSpPr>
          <p:cNvPr id="106" name="Google Shape;106;p13"/>
          <p:cNvSpPr txBox="1"/>
          <p:nvPr/>
        </p:nvSpPr>
        <p:spPr>
          <a:xfrm>
            <a:off x="293900" y="4727153"/>
            <a:ext cx="8666400" cy="191400"/>
          </a:xfrm>
          <a:prstGeom prst="rect">
            <a:avLst/>
          </a:prstGeom>
          <a:noFill/>
          <a:ln>
            <a:noFill/>
          </a:ln>
        </p:spPr>
        <p:txBody>
          <a:bodyPr anchorCtr="0" anchor="t" bIns="41425" lIns="82875" spcFirstLastPara="1" rIns="82875" wrap="square" tIns="41425">
            <a:spAutoFit/>
          </a:bodyPr>
          <a:lstStyle/>
          <a:p>
            <a:pPr indent="0" lvl="0" marL="0" marR="0" rtl="0" algn="l">
              <a:lnSpc>
                <a:spcPct val="100000"/>
              </a:lnSpc>
              <a:spcBef>
                <a:spcPts val="0"/>
              </a:spcBef>
              <a:spcAft>
                <a:spcPts val="0"/>
              </a:spcAft>
              <a:buClr>
                <a:srgbClr val="FFFFFF"/>
              </a:buClr>
              <a:buSzPts val="700"/>
              <a:buFont typeface="Arial"/>
              <a:buNone/>
            </a:pPr>
            <a:r>
              <a:rPr lang="en-US" sz="700">
                <a:solidFill>
                  <a:srgbClr val="FFFFFF"/>
                </a:solidFill>
              </a:rPr>
              <a:t>Course projects</a:t>
            </a:r>
            <a:r>
              <a:rPr i="0" lang="en-US" sz="700" u="none" cap="none" strike="noStrike">
                <a:solidFill>
                  <a:srgbClr val="FFFFFF"/>
                </a:solidFill>
              </a:rPr>
              <a:t>		Microbial Omics				</a:t>
            </a:r>
            <a:endParaRPr i="0" sz="700" u="none" cap="none" strike="noStrike">
              <a:solidFill>
                <a:srgbClr val="FFFFFF"/>
              </a:solidFill>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 Id="rId13" Type="http://schemas.openxmlformats.org/officeDocument/2006/relationships/slideLayout" Target="../slideLayouts/slideLayout12.xml"/><Relationship Id="rId1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
          <p:cNvSpPr txBox="1"/>
          <p:nvPr>
            <p:ph idx="1" type="body"/>
          </p:nvPr>
        </p:nvSpPr>
        <p:spPr>
          <a:xfrm>
            <a:off x="161950" y="558919"/>
            <a:ext cx="8524850" cy="4035705"/>
          </a:xfrm>
          <a:prstGeom prst="rect">
            <a:avLst/>
          </a:prstGeom>
          <a:noFill/>
          <a:ln>
            <a:noFill/>
          </a:ln>
        </p:spPr>
        <p:txBody>
          <a:bodyPr anchorCtr="0" anchor="t" bIns="41425" lIns="82875" spcFirstLastPara="1" rIns="82875" wrap="square" tIns="41425">
            <a:normAutofit/>
          </a:bodyPr>
          <a:lstStyle>
            <a:lvl1pPr indent="-330200" lvl="0" marL="457200" marR="0" rtl="0" algn="l">
              <a:spcBef>
                <a:spcPts val="320"/>
              </a:spcBef>
              <a:spcAft>
                <a:spcPts val="0"/>
              </a:spcAft>
              <a:buClr>
                <a:schemeClr val="dk1"/>
              </a:buClr>
              <a:buSzPts val="1600"/>
              <a:buChar char="•"/>
              <a:defRPr i="0" sz="1600" u="none" cap="none" strike="noStrike">
                <a:solidFill>
                  <a:schemeClr val="dk1"/>
                </a:solidFill>
              </a:defRPr>
            </a:lvl1pPr>
            <a:lvl2pPr indent="-330200" lvl="1" marL="914400" marR="0" rtl="0" algn="l">
              <a:spcBef>
                <a:spcPts val="320"/>
              </a:spcBef>
              <a:spcAft>
                <a:spcPts val="0"/>
              </a:spcAft>
              <a:buClr>
                <a:schemeClr val="dk1"/>
              </a:buClr>
              <a:buSzPts val="1600"/>
              <a:buChar char="–"/>
              <a:defRPr i="0" sz="1600" u="none" cap="none" strike="noStrike">
                <a:solidFill>
                  <a:schemeClr val="dk1"/>
                </a:solidFill>
              </a:defRPr>
            </a:lvl2pPr>
            <a:lvl3pPr indent="-330200" lvl="2" marL="1371600" marR="0" rtl="0" algn="l">
              <a:spcBef>
                <a:spcPts val="320"/>
              </a:spcBef>
              <a:spcAft>
                <a:spcPts val="0"/>
              </a:spcAft>
              <a:buClr>
                <a:schemeClr val="dk1"/>
              </a:buClr>
              <a:buSzPts val="1600"/>
              <a:buChar char="•"/>
              <a:defRPr i="0" sz="1600" u="none" cap="none" strike="noStrike">
                <a:solidFill>
                  <a:schemeClr val="dk1"/>
                </a:solidFill>
              </a:defRPr>
            </a:lvl3pPr>
            <a:lvl4pPr indent="-330200" lvl="3" marL="1828800" marR="0" rtl="0" algn="l">
              <a:spcBef>
                <a:spcPts val="320"/>
              </a:spcBef>
              <a:spcAft>
                <a:spcPts val="0"/>
              </a:spcAft>
              <a:buClr>
                <a:schemeClr val="dk1"/>
              </a:buClr>
              <a:buSzPts val="1600"/>
              <a:buChar char="–"/>
              <a:defRPr i="0" sz="1600" u="none" cap="none" strike="noStrike">
                <a:solidFill>
                  <a:schemeClr val="dk1"/>
                </a:solidFill>
              </a:defRPr>
            </a:lvl4pPr>
            <a:lvl5pPr indent="-330200" lvl="4" marL="2286000" marR="0" rtl="0" algn="l">
              <a:spcBef>
                <a:spcPts val="320"/>
              </a:spcBef>
              <a:spcAft>
                <a:spcPts val="0"/>
              </a:spcAft>
              <a:buClr>
                <a:schemeClr val="dk1"/>
              </a:buClr>
              <a:buSzPts val="1600"/>
              <a:buChar char="»"/>
              <a:defRPr i="0" sz="1600" u="none" cap="none" strike="noStrike">
                <a:solidFill>
                  <a:schemeClr val="dk1"/>
                </a:solidFill>
              </a:defRPr>
            </a:lvl5pPr>
            <a:lvl6pPr indent="-342900" lvl="5" marL="2743200" marR="0" rtl="0" algn="l">
              <a:spcBef>
                <a:spcPts val="360"/>
              </a:spcBef>
              <a:spcAft>
                <a:spcPts val="0"/>
              </a:spcAft>
              <a:buClr>
                <a:schemeClr val="dk1"/>
              </a:buClr>
              <a:buSzPts val="1800"/>
              <a:buChar char="•"/>
              <a:defRPr i="0" sz="1800" u="none" cap="none" strike="noStrike">
                <a:solidFill>
                  <a:schemeClr val="dk1"/>
                </a:solidFill>
              </a:defRPr>
            </a:lvl6pPr>
            <a:lvl7pPr indent="-342900" lvl="6" marL="3200400" marR="0" rtl="0" algn="l">
              <a:spcBef>
                <a:spcPts val="360"/>
              </a:spcBef>
              <a:spcAft>
                <a:spcPts val="0"/>
              </a:spcAft>
              <a:buClr>
                <a:schemeClr val="dk1"/>
              </a:buClr>
              <a:buSzPts val="1800"/>
              <a:buChar char="•"/>
              <a:defRPr i="0" sz="1800" u="none" cap="none" strike="noStrike">
                <a:solidFill>
                  <a:schemeClr val="dk1"/>
                </a:solidFill>
              </a:defRPr>
            </a:lvl7pPr>
            <a:lvl8pPr indent="-342900" lvl="7" marL="3657600" marR="0" rtl="0" algn="l">
              <a:spcBef>
                <a:spcPts val="360"/>
              </a:spcBef>
              <a:spcAft>
                <a:spcPts val="0"/>
              </a:spcAft>
              <a:buClr>
                <a:schemeClr val="dk1"/>
              </a:buClr>
              <a:buSzPts val="1800"/>
              <a:buChar char="•"/>
              <a:defRPr i="0" sz="1800" u="none" cap="none" strike="noStrike">
                <a:solidFill>
                  <a:schemeClr val="dk1"/>
                </a:solidFill>
              </a:defRPr>
            </a:lvl8pPr>
            <a:lvl9pPr indent="-342900" lvl="8" marL="4114800" marR="0" rtl="0" algn="l">
              <a:spcBef>
                <a:spcPts val="360"/>
              </a:spcBef>
              <a:spcAft>
                <a:spcPts val="0"/>
              </a:spcAft>
              <a:buClr>
                <a:schemeClr val="dk1"/>
              </a:buClr>
              <a:buSzPts val="1800"/>
              <a:buChar char="•"/>
              <a:defRPr i="0" sz="1800" u="none" cap="none" strike="noStrike">
                <a:solidFill>
                  <a:schemeClr val="dk1"/>
                </a:solidFill>
              </a:defRPr>
            </a:lvl9pPr>
          </a:lstStyle>
          <a:p/>
        </p:txBody>
      </p:sp>
      <p:sp>
        <p:nvSpPr>
          <p:cNvPr id="11" name="Google Shape;11;p1"/>
          <p:cNvSpPr/>
          <p:nvPr/>
        </p:nvSpPr>
        <p:spPr>
          <a:xfrm>
            <a:off x="251952" y="4748349"/>
            <a:ext cx="8631791" cy="156303"/>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2" name="Google Shape;12;p1"/>
          <p:cNvSpPr txBox="1"/>
          <p:nvPr/>
        </p:nvSpPr>
        <p:spPr>
          <a:xfrm>
            <a:off x="161950" y="141723"/>
            <a:ext cx="8730097" cy="385749"/>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Arial"/>
              <a:buNone/>
            </a:pPr>
            <a:r>
              <a:rPr b="1" i="0" lang="en-US" sz="2000" u="none" cap="none" strike="noStrike">
                <a:solidFill>
                  <a:schemeClr val="dk1"/>
                </a:solidFill>
              </a:rPr>
              <a:t>Образец заголовка</a:t>
            </a:r>
            <a:endParaRPr b="1" i="0" sz="2000" u="none" cap="none" strike="noStrike">
              <a:solidFill>
                <a:schemeClr val="dk1"/>
              </a:solidFill>
            </a:endParaRPr>
          </a:p>
        </p:txBody>
      </p:sp>
      <p:sp>
        <p:nvSpPr>
          <p:cNvPr id="13" name="Google Shape;13;p1"/>
          <p:cNvSpPr txBox="1"/>
          <p:nvPr/>
        </p:nvSpPr>
        <p:spPr>
          <a:xfrm>
            <a:off x="293900" y="4727153"/>
            <a:ext cx="3514441" cy="191407"/>
          </a:xfrm>
          <a:prstGeom prst="rect">
            <a:avLst/>
          </a:prstGeom>
          <a:noFill/>
          <a:ln>
            <a:noFill/>
          </a:ln>
        </p:spPr>
        <p:txBody>
          <a:bodyPr anchorCtr="0" anchor="t" bIns="41425" lIns="82875" spcFirstLastPara="1" rIns="82875" wrap="square" tIns="41425">
            <a:spAutoFit/>
          </a:bodyPr>
          <a:lstStyle/>
          <a:p>
            <a:pPr indent="0" lvl="0" marL="0" marR="0" rtl="0" algn="l">
              <a:lnSpc>
                <a:spcPct val="100000"/>
              </a:lnSpc>
              <a:spcBef>
                <a:spcPts val="0"/>
              </a:spcBef>
              <a:spcAft>
                <a:spcPts val="0"/>
              </a:spcAft>
              <a:buNone/>
            </a:pPr>
            <a:r>
              <a:rPr b="0" i="0" lang="en-US" sz="700" u="none" cap="none" strike="noStrike">
                <a:solidFill>
                  <a:srgbClr val="FFFFFF"/>
                </a:solidFill>
                <a:latin typeface="Lemon"/>
                <a:ea typeface="Lemon"/>
                <a:cs typeface="Lemon"/>
                <a:sym typeface="Lemon"/>
              </a:rPr>
              <a:t>Daniil Smutin		Microbial Omics		</a:t>
            </a:r>
            <a:endParaRPr b="0" i="0" sz="700" u="none" cap="none" strike="noStrike">
              <a:solidFill>
                <a:srgbClr val="FFFFFF"/>
              </a:solidFill>
              <a:latin typeface="Lemon"/>
              <a:ea typeface="Lemon"/>
              <a:cs typeface="Lemon"/>
              <a:sym typeface="Lemon"/>
            </a:endParaRPr>
          </a:p>
        </p:txBody>
      </p:sp>
      <p:pic>
        <p:nvPicPr>
          <p:cNvPr id="14" name="Google Shape;14;p1"/>
          <p:cNvPicPr preferRelativeResize="0"/>
          <p:nvPr/>
        </p:nvPicPr>
        <p:blipFill rotWithShape="1">
          <a:blip r:embed="rId1">
            <a:alphaModFix/>
          </a:blip>
          <a:srcRect b="0" l="0" r="0" t="0"/>
          <a:stretch/>
        </p:blipFill>
        <p:spPr>
          <a:xfrm>
            <a:off x="8262041" y="173170"/>
            <a:ext cx="720009" cy="300155"/>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8" r:id="rId2"/>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 id="2147483659" r:id="rId13"/>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2.xml"/><Relationship Id="rId3" Type="http://schemas.openxmlformats.org/officeDocument/2006/relationships/image" Target="../media/image4.png"/><Relationship Id="rId4" Type="http://schemas.openxmlformats.org/officeDocument/2006/relationships/image" Target="../media/image11.png"/><Relationship Id="rId5" Type="http://schemas.openxmlformats.org/officeDocument/2006/relationships/image" Target="../media/image7.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 Id="rId3" Type="http://schemas.openxmlformats.org/officeDocument/2006/relationships/image" Target="../media/image6.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 Id="rId3" Type="http://schemas.openxmlformats.org/officeDocument/2006/relationships/image" Target="../media/image10.png"/><Relationship Id="rId4" Type="http://schemas.openxmlformats.org/officeDocument/2006/relationships/image" Target="../media/image1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13.png"/><Relationship Id="rId3" Type="http://schemas.openxmlformats.org/officeDocument/2006/relationships/image" Target="../media/image10.png"/><Relationship Id="rId4" Type="http://schemas.openxmlformats.org/officeDocument/2006/relationships/notesSlide" Target="../notesSlides/notesSlide1.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sp>
        <p:nvSpPr>
          <p:cNvPr id="122" name="Google Shape;122;p15"/>
          <p:cNvSpPr txBox="1"/>
          <p:nvPr>
            <p:ph type="title"/>
          </p:nvPr>
        </p:nvSpPr>
        <p:spPr>
          <a:xfrm>
            <a:off x="161950" y="141723"/>
            <a:ext cx="8730000" cy="385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a:solidFill>
                  <a:srgbClr val="1A1A1A"/>
                </a:solidFill>
              </a:rPr>
              <a:t>Problem: is the viral “gene package” neutral?</a:t>
            </a:r>
            <a:endParaRPr/>
          </a:p>
        </p:txBody>
      </p:sp>
      <p:sp>
        <p:nvSpPr>
          <p:cNvPr id="123" name="Google Shape;123;p15"/>
          <p:cNvSpPr txBox="1"/>
          <p:nvPr>
            <p:ph idx="1" type="body"/>
          </p:nvPr>
        </p:nvSpPr>
        <p:spPr>
          <a:xfrm>
            <a:off x="161925" y="681729"/>
            <a:ext cx="4572000" cy="360000"/>
          </a:xfrm>
          <a:prstGeom prst="rect">
            <a:avLst/>
          </a:prstGeom>
        </p:spPr>
        <p:txBody>
          <a:bodyPr anchorCtr="0" anchor="t" bIns="41425" lIns="82875" spcFirstLastPara="1" rIns="82875" wrap="square" tIns="41425">
            <a:noAutofit/>
          </a:bodyPr>
          <a:lstStyle/>
          <a:p>
            <a:pPr indent="0" lvl="0" marL="0" rtl="0" algn="l">
              <a:spcBef>
                <a:spcPts val="320"/>
              </a:spcBef>
              <a:spcAft>
                <a:spcPts val="0"/>
              </a:spcAft>
              <a:buNone/>
            </a:pPr>
            <a:r>
              <a:rPr sz="1200">
                <a:solidFill>
                  <a:srgbClr val="1A1A1A"/>
                </a:solidFill>
              </a:rPr>
              <a:t>Giant viruses (NCLDV) carry many genes stolen from hosts</a:t>
            </a:r>
            <a:endParaRPr/>
          </a:p>
        </p:txBody>
      </p:sp>
      <p:sp>
        <p:nvSpPr>
          <p:cNvPr id="124" name="Google Shape;124;p15"/>
          <p:cNvSpPr txBox="1"/>
          <p:nvPr>
            <p:ph idx="2" type="body"/>
          </p:nvPr>
        </p:nvSpPr>
        <p:spPr>
          <a:xfrm>
            <a:off x="5897880" y="681725"/>
            <a:ext cx="3017520" cy="360000"/>
          </a:xfrm>
          <a:prstGeom prst="rect">
            <a:avLst/>
          </a:prstGeom>
        </p:spPr>
        <p:txBody>
          <a:bodyPr anchorCtr="0" anchor="t" bIns="41425" lIns="82875" spcFirstLastPara="1" rIns="82875" wrap="square" tIns="41425">
            <a:noAutofit/>
          </a:bodyPr>
          <a:lstStyle/>
          <a:p>
            <a:pPr indent="0" lvl="0" marL="0" rtl="0" algn="l">
              <a:spcBef>
                <a:spcPts val="320"/>
              </a:spcBef>
              <a:spcAft>
                <a:spcPts val="0"/>
              </a:spcAft>
              <a:buNone/>
            </a:pPr>
            <a:br>
              <a:rPr lang="en-US"/>
            </a:br>
            <a:r>
              <a:rPr sz="1200">
                <a:solidFill>
                  <a:srgbClr val="1A1A1A"/>
                </a:solidFill>
              </a:rPr>
              <a:t>Model: chloroviruses (4 clades)</a:t>
            </a:r>
            <a:endParaRPr/>
          </a:p>
        </p:txBody>
      </p:sp>
      <p:sp>
        <p:nvSpPr>
          <p:cNvPr id="125" name="Google Shape;125;p15"/>
          <p:cNvSpPr txBox="1"/>
          <p:nvPr>
            <p:ph idx="3" type="body"/>
          </p:nvPr>
        </p:nvSpPr>
        <p:spPr>
          <a:xfrm>
            <a:off x="4661974" y="4371770"/>
            <a:ext cx="4230000" cy="270000"/>
          </a:xfrm>
          <a:prstGeom prst="rect">
            <a:avLst/>
          </a:prstGeom>
        </p:spPr>
        <p:txBody>
          <a:bodyPr anchorCtr="0" anchor="b" bIns="41425" lIns="82875" spcFirstLastPara="1" rIns="82875" wrap="square" tIns="41425">
            <a:noAutofit/>
          </a:bodyPr>
          <a:lstStyle/>
          <a:p>
            <a:pPr indent="0" lvl="0" marL="0" rtl="0" algn="r">
              <a:spcBef>
                <a:spcPts val="210"/>
              </a:spcBef>
              <a:spcAft>
                <a:spcPts val="0"/>
              </a:spcAft>
              <a:buNone/>
            </a:pPr>
            <a:r>
              <a:rPr sz="700">
                <a:solidFill>
                  <a:srgbClr val="555555"/>
                </a:solidFill>
              </a:rPr>
              <a:t>Van Etten et al. 2020 Viruses; Moniruzzaman et al. 2020 Nat Commun; Irwin et al. 2022 Nat Microbiol</a:t>
            </a:r>
            <a:endParaRPr/>
          </a:p>
        </p:txBody>
      </p:sp>
      <p:sp>
        <p:nvSpPr>
          <p:cNvPr id="126" name="Google Shape;126;p15"/>
          <p:cNvSpPr txBox="1"/>
          <p:nvPr>
            <p:ph idx="1" type="body"/>
          </p:nvPr>
        </p:nvSpPr>
        <p:spPr>
          <a:xfrm>
            <a:off x="161925" y="4358315"/>
            <a:ext cx="4389120" cy="360000"/>
          </a:xfrm>
          <a:prstGeom prst="rect">
            <a:avLst/>
          </a:prstGeom>
        </p:spPr>
        <p:txBody>
          <a:bodyPr anchorCtr="0" anchor="t" bIns="41425" lIns="82875" spcFirstLastPara="1" rIns="82875" wrap="square" tIns="41425">
            <a:noAutofit/>
          </a:bodyPr>
          <a:lstStyle/>
          <a:p>
            <a:pPr indent="0" lvl="0" marL="0" rtl="0" algn="l">
              <a:spcBef>
                <a:spcPts val="320"/>
              </a:spcBef>
              <a:spcAft>
                <a:spcPts val="0"/>
              </a:spcAft>
              <a:buNone/>
            </a:pPr>
            <a:r>
              <a:rPr sz="1000">
                <a:solidFill>
                  <a:srgbClr val="555555"/>
                </a:solidFill>
              </a:rPr>
              <a:t>Anna Chesnokova · code: GitHub ncldv-gene-package</a:t>
            </a:r>
            <a:endParaRPr/>
          </a:p>
        </p:txBody>
      </p:sp>
      <p:sp>
        <p:nvSpPr>
          <p:cNvPr id="127" name="Host"/>
          <p:cNvSpPr/>
          <p:nvPr/>
        </p:nvSpPr>
        <p:spPr>
          <a:xfrm>
            <a:off x="228600" y="1188720"/>
            <a:ext cx="1600200" cy="640080"/>
          </a:xfrm>
          <a:prstGeom prst="roundRect">
            <a:avLst>
              <a:gd name="adj" fmla="val 12000"/>
            </a:avLst>
          </a:prstGeom>
          <a:solidFill>
            <a:srgbClr val="E3EE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100" b="1">
                <a:solidFill>
                  <a:srgbClr val="1A1A1A"/>
                </a:solidFill>
              </a:rPr>
              <a:t>Host alga</a:t>
            </a:r>
          </a:p>
          <a:p>
            <a:pPr algn="l"/>
            <a:r>
              <a:rPr sz="1000" b="0">
                <a:solidFill>
                  <a:srgbClr val="555555"/>
                </a:solidFill>
              </a:rPr>
              <a:t>Chlorella proteome</a:t>
            </a:r>
          </a:p>
        </p:txBody>
      </p:sp>
      <p:cxnSp>
        <p:nvCxnSpPr>
          <p:cNvPr id="128" name="HGT arrow"/>
          <p:cNvCxnSpPr/>
          <p:nvPr/>
        </p:nvCxnSpPr>
        <p:spPr>
          <a:xfrm>
            <a:off x="1847088" y="1508760"/>
            <a:ext cx="740664" cy="0"/>
          </a:xfrm>
          <a:prstGeom prst="line">
            <a:avLst/>
          </a:prstGeom>
          <a:ln w="15875">
            <a:solidFill>
              <a:srgbClr val="9A9A9A"/>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9" name="HGT label"/>
          <p:cNvSpPr txBox="1"/>
          <p:nvPr/>
        </p:nvSpPr>
        <p:spPr>
          <a:xfrm>
            <a:off x="1874519" y="1188720"/>
            <a:ext cx="731520" cy="274320"/>
          </a:xfrm>
          <a:prstGeom prst="rect">
            <a:avLst/>
          </a:prstGeom>
          <a:noFill/>
        </p:spPr>
        <p:txBody>
          <a:bodyPr wrap="square" lIns="0" rIns="0">
            <a:spAutoFit/>
          </a:bodyPr>
          <a:lstStyle/>
          <a:p>
            <a:r>
              <a:rPr sz="1000" b="1">
                <a:solidFill>
                  <a:srgbClr val="555555"/>
                </a:solidFill>
              </a:rPr>
              <a:t>HGT</a:t>
            </a:r>
          </a:p>
        </p:txBody>
      </p:sp>
      <p:sp>
        <p:nvSpPr>
          <p:cNvPr id="130" name="Virus"/>
          <p:cNvSpPr/>
          <p:nvPr/>
        </p:nvSpPr>
        <p:spPr>
          <a:xfrm>
            <a:off x="2606040" y="1188720"/>
            <a:ext cx="2103120" cy="640080"/>
          </a:xfrm>
          <a:prstGeom prst="roundRect">
            <a:avLst>
              <a:gd name="adj" fmla="val 12000"/>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100" b="1">
                <a:solidFill>
                  <a:srgbClr val="1A1A1A"/>
                </a:solidFill>
              </a:rPr>
              <a:t>Virus genome, ~330 kb</a:t>
            </a:r>
          </a:p>
          <a:p>
            <a:pPr algn="l"/>
            <a:r>
              <a:rPr sz="1000" b="0">
                <a:solidFill>
                  <a:srgbClr val="555555"/>
                </a:solidFill>
              </a:rPr>
              <a:t>~7 % of genes: algal-like accessory</a:t>
            </a:r>
          </a:p>
        </p:txBody>
      </p:sp>
      <p:sp>
        <p:nvSpPr>
          <p:cNvPr id="131" name="Question"/>
          <p:cNvSpPr txBox="1"/>
          <p:nvPr/>
        </p:nvSpPr>
        <p:spPr>
          <a:xfrm>
            <a:off x="228600" y="1993392"/>
            <a:ext cx="4480560" cy="320040"/>
          </a:xfrm>
          <a:prstGeom prst="rect">
            <a:avLst/>
          </a:prstGeom>
          <a:noFill/>
        </p:spPr>
        <p:txBody>
          <a:bodyPr wrap="square" lIns="0" rIns="0">
            <a:spAutoFit/>
          </a:bodyPr>
          <a:lstStyle/>
          <a:p>
            <a:r>
              <a:rPr sz="1200" b="1">
                <a:solidFill>
                  <a:srgbClr val="1A1A1A"/>
                </a:solidFill>
              </a:rPr>
              <a:t>After the transfer, what does evolution do with the gene?</a:t>
            </a:r>
          </a:p>
        </p:txBody>
      </p:sp>
      <p:sp>
        <p:nvSpPr>
          <p:cNvPr id="132" name="H0"/>
          <p:cNvSpPr/>
          <p:nvPr/>
        </p:nvSpPr>
        <p:spPr>
          <a:xfrm>
            <a:off x="228600" y="2423160"/>
            <a:ext cx="2176272" cy="1417320"/>
          </a:xfrm>
          <a:prstGeom prst="roundRect">
            <a:avLst>
              <a:gd name="adj" fmla="val 12000"/>
            </a:avLst>
          </a:prstGeom>
          <a:solidFill>
            <a:srgbClr val="E6E6E6"/>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73152" tIns="91440" bIns="36576"/>
          <a:lstStyle/>
          <a:p>
            <a:pPr algn="l"/>
            <a:r>
              <a:rPr sz="1200" b="1">
                <a:solidFill>
                  <a:srgbClr val="1A1A1A"/>
                </a:solidFill>
              </a:rPr>
              <a:t>H0: neutral cargo</a:t>
            </a:r>
          </a:p>
          <a:p>
            <a:pPr algn="l"/>
            <a:r>
              <a:rPr sz="1100" b="0">
                <a:solidFill>
                  <a:srgbClr val="1A1A1A"/>
                </a:solidFill>
              </a:rPr>
              <a:t>• dN/dS (ω) ≈ 1</a:t>
            </a:r>
          </a:p>
          <a:p>
            <a:pPr algn="l"/>
            <a:r>
              <a:rPr sz="1100" b="0">
                <a:solidFill>
                  <a:srgbClr val="1A1A1A"/>
                </a:solidFill>
              </a:rPr>
              <a:t>• gene copies decay</a:t>
            </a:r>
          </a:p>
          <a:p>
            <a:pPr algn="l"/>
            <a:r>
              <a:rPr sz="1100" b="0">
                <a:solidFill>
                  <a:srgbClr val="1A1A1A"/>
                </a:solidFill>
              </a:rPr>
              <a:t>• promoter drifts like synonymous sites</a:t>
            </a:r>
          </a:p>
        </p:txBody>
      </p:sp>
      <p:sp>
        <p:nvSpPr>
          <p:cNvPr id="133" name="H1"/>
          <p:cNvSpPr/>
          <p:nvPr/>
        </p:nvSpPr>
        <p:spPr>
          <a:xfrm>
            <a:off x="2532888" y="2423160"/>
            <a:ext cx="2176272" cy="1417320"/>
          </a:xfrm>
          <a:prstGeom prst="roundRect">
            <a:avLst>
              <a:gd name="adj" fmla="val 12000"/>
            </a:avLst>
          </a:prstGeom>
          <a:solidFill>
            <a:srgbClr val="FDE6D8"/>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73152" tIns="91440" bIns="36576"/>
          <a:lstStyle/>
          <a:p>
            <a:pPr algn="l"/>
            <a:r>
              <a:rPr sz="1200" b="1">
                <a:solidFill>
                  <a:srgbClr val="C2501F"/>
                </a:solidFill>
              </a:rPr>
              <a:t>H1: domesticated</a:t>
            </a:r>
          </a:p>
          <a:p>
            <a:pPr algn="l"/>
            <a:r>
              <a:rPr sz="1100" b="0">
                <a:solidFill>
                  <a:srgbClr val="1A1A1A"/>
                </a:solidFill>
              </a:rPr>
              <a:t>• ω &lt; 1 (purifying)</a:t>
            </a:r>
          </a:p>
          <a:p>
            <a:pPr algn="l"/>
            <a:r>
              <a:rPr sz="1100" b="0">
                <a:solidFill>
                  <a:srgbClr val="1A1A1A"/>
                </a:solidFill>
              </a:rPr>
              <a:t>• conserved blocks in the inherited host domain</a:t>
            </a:r>
          </a:p>
          <a:p>
            <a:pPr algn="l"/>
            <a:r>
              <a:rPr sz="1100" b="0">
                <a:solidFill>
                  <a:srgbClr val="1A1A1A"/>
                </a:solidFill>
              </a:rPr>
              <a:t>• constrained promoter</a:t>
            </a:r>
          </a:p>
        </p:txBody>
      </p:sp>
      <p:pic>
        <p:nvPicPr>
          <p:cNvPr id="134" name="Fig1A tree" descr="fig1A.png"/>
          <p:cNvPicPr>
            <a:picLocks noChangeAspect="1"/>
          </p:cNvPicPr>
          <p:nvPr/>
        </p:nvPicPr>
        <p:blipFill>
          <a:blip r:embed="rId5"/>
          <a:stretch>
            <a:fillRect/>
          </a:stretch>
        </p:blipFill>
        <p:spPr>
          <a:xfrm>
            <a:off x="6035040" y="1143000"/>
            <a:ext cx="2367075" cy="310896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16"/>
          <p:cNvSpPr txBox="1"/>
          <p:nvPr>
            <p:ph type="title"/>
          </p:nvPr>
        </p:nvSpPr>
        <p:spPr>
          <a:xfrm>
            <a:off x="161950" y="141723"/>
            <a:ext cx="8730000" cy="385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a:solidFill>
                  <a:srgbClr val="1A1A1A"/>
                </a:solidFill>
              </a:rPr>
              <a:t>Methods: phylogenomics + per-gene selection tests</a:t>
            </a:r>
            <a:endParaRPr/>
          </a:p>
        </p:txBody>
      </p:sp>
      <p:sp>
        <p:nvSpPr>
          <p:cNvPr id="135" name="Google Shape;135;p16"/>
          <p:cNvSpPr txBox="1"/>
          <p:nvPr>
            <p:ph idx="1" type="body"/>
          </p:nvPr>
        </p:nvSpPr>
        <p:spPr>
          <a:xfrm>
            <a:off x="4731325" y="681725"/>
            <a:ext cx="4160700" cy="360000"/>
          </a:xfrm>
          <a:prstGeom prst="rect">
            <a:avLst/>
          </a:prstGeom>
        </p:spPr>
        <p:txBody>
          <a:bodyPr anchorCtr="0" anchor="t" bIns="41425" lIns="82875" spcFirstLastPara="1" rIns="82875" wrap="square" tIns="41425">
            <a:noAutofit/>
          </a:bodyPr>
          <a:lstStyle/>
          <a:p>
            <a:pPr indent="0" lvl="0" marL="0" rtl="0" algn="l">
              <a:spcBef>
                <a:spcPts val="320"/>
              </a:spcBef>
              <a:spcAft>
                <a:spcPts val="0"/>
              </a:spcAft>
              <a:buNone/>
            </a:pPr>
            <a:r>
              <a:rPr sz="1300">
                <a:solidFill>
                  <a:srgbClr val="1A1A1A"/>
                </a:solidFill>
              </a:rPr>
              <a:t>Pipeline (Python + bioconda; run_all.sh)</a:t>
            </a:r>
            <a:endParaRPr/>
          </a:p>
        </p:txBody>
      </p:sp>
      <p:sp>
        <p:nvSpPr>
          <p:cNvPr id="136" name="Google Shape;136;p16"/>
          <p:cNvSpPr txBox="1"/>
          <p:nvPr>
            <p:ph idx="2" type="body"/>
          </p:nvPr>
        </p:nvSpPr>
        <p:spPr>
          <a:xfrm>
            <a:off x="161925" y="681725"/>
            <a:ext cx="3565800" cy="3960000"/>
          </a:xfrm>
          <a:prstGeom prst="rect">
            <a:avLst/>
          </a:prstGeom>
        </p:spPr>
        <p:txBody>
          <a:bodyPr anchorCtr="0" anchor="t" bIns="41425" lIns="82875" spcFirstLastPara="1" rIns="82875" wrap="square" tIns="41425">
            <a:noAutofit/>
          </a:bodyPr>
          <a:lstStyle/>
          <a:p>
            <a:pPr indent="0" lvl="0" marL="0" rtl="0" algn="l">
              <a:spcBef>
                <a:spcPts val="320"/>
              </a:spcBef>
              <a:spcAft>
                <a:spcPts val="0"/>
              </a:spcAft>
              <a:buNone/>
            </a:pPr>
            <a:r>
              <a:rPr sz="1100" b="1">
                <a:solidFill>
                  <a:srgbClr val="1A1A1A"/>
                </a:solidFill>
              </a:rPr>
              <a:t>Data: </a:t>
            </a:r>
            <a:r>
              <a:rPr sz="1100">
                <a:solidFill>
                  <a:srgbClr val="1A1A1A"/>
                </a:solidFill>
              </a:rPr>
              <a:t>132 chlorovirus genomes (NCBI, 20 Oct 2026); proteomes of C. variabilis + 3 green algae</a:t>
            </a:r>
            <a:endParaRPr/>
          </a:p>
          <a:p>
            <a:pPr indent="0" lvl="0" marL="0" rtl="0" algn="l">
              <a:spcBef>
                <a:spcPts val="600"/>
              </a:spcBef>
              <a:spcAft>
                <a:spcPts val="0"/>
              </a:spcAft>
              <a:buNone/>
            </a:pPr>
            <a:r>
              <a:rPr sz="1100" b="1">
                <a:solidFill>
                  <a:srgbClr val="1A1A1A"/>
                </a:solidFill>
              </a:rPr>
              <a:t>Classes: </a:t>
            </a:r>
            <a:r>
              <a:rPr sz="1100">
                <a:solidFill>
                  <a:srgbClr val="1A1A1A"/>
                </a:solidFill>
              </a:rPr>
              <a:t>core = OG in ≥ 90 % genomes; algal-like = DIAMOND hit (e ≤ 1e-5) in ≥ 50 % of members</a:t>
            </a:r>
          </a:p>
          <a:p>
            <a:pPr indent="0" lvl="0" marL="0" rtl="0" algn="l">
              <a:spcBef>
                <a:spcPts val="600"/>
              </a:spcBef>
              <a:spcAft>
                <a:spcPts val="0"/>
              </a:spcAft>
              <a:buNone/>
            </a:pPr>
            <a:r>
              <a:rPr sz="1100" b="1">
                <a:solidFill>
                  <a:srgbClr val="C2501F"/>
                </a:solidFill>
              </a:rPr>
              <a:t>Stolen gene package = </a:t>
            </a:r>
            <a:r>
              <a:rPr sz="1100">
                <a:solidFill>
                  <a:srgbClr val="1A1A1A"/>
                </a:solidFill>
              </a:rPr>
              <a:t>accessory + algal-like (144 OGs, 7 % of genes)</a:t>
            </a:r>
          </a:p>
          <a:p>
            <a:pPr indent="0" lvl="0" marL="0" rtl="0" algn="l">
              <a:spcBef>
                <a:spcPts val="600"/>
              </a:spcBef>
              <a:spcAft>
                <a:spcPts val="0"/>
              </a:spcAft>
              <a:buNone/>
            </a:pPr>
            <a:r>
              <a:rPr sz="1100" b="1">
                <a:solidFill>
                  <a:srgbClr val="1A1A1A"/>
                </a:solidFill>
              </a:rPr>
              <a:t>Selection: </a:t>
            </a:r>
            <a:r>
              <a:rPr sz="1100">
                <a:solidFill>
                  <a:srgbClr val="1A1A1A"/>
                </a:solidFill>
              </a:rPr>
              <a:t>codeml M0 per gene × clade, LRT vs ω = 1 (BH); filter 0.01 &lt; dS &lt; 1.5</a:t>
            </a:r>
          </a:p>
          <a:p>
            <a:pPr indent="0" lvl="0" marL="0" rtl="0" algn="l">
              <a:spcBef>
                <a:spcPts val="600"/>
              </a:spcBef>
              <a:spcAft>
                <a:spcPts val="0"/>
              </a:spcAft>
              <a:buNone/>
            </a:pPr>
            <a:r>
              <a:rPr sz="1100" b="1">
                <a:solidFill>
                  <a:srgbClr val="1A1A1A"/>
                </a:solidFill>
              </a:rPr>
              <a:t>Stats: </a:t>
            </a:r>
            <a:r>
              <a:rPr sz="1100">
                <a:solidFill>
                  <a:srgbClr val="1A1A1A"/>
                </a:solidFill>
              </a:rPr>
              <a:t>Wilcoxon, Kruskal–Wallis, Mann–Whitney + Cliff’s δ, OLS (clade, dS, length; SE clustered by OG)</a:t>
            </a:r>
          </a:p>
        </p:txBody>
      </p:sp>
      <p:sp>
        <p:nvSpPr>
          <p:cNvPr id="137" name="Google Shape;137;p16"/>
          <p:cNvSpPr txBox="1"/>
          <p:nvPr>
            <p:ph idx="3" type="body"/>
          </p:nvPr>
        </p:nvSpPr>
        <p:spPr>
          <a:xfrm>
            <a:off x="4661974" y="4371770"/>
            <a:ext cx="4230000" cy="270000"/>
          </a:xfrm>
          <a:prstGeom prst="rect">
            <a:avLst/>
          </a:prstGeom>
        </p:spPr>
        <p:txBody>
          <a:bodyPr anchorCtr="0" anchor="b" bIns="41425" lIns="82875" spcFirstLastPara="1" rIns="82875" wrap="square" tIns="41425">
            <a:noAutofit/>
          </a:bodyPr>
          <a:lstStyle/>
          <a:p>
            <a:pPr indent="0" lvl="0" marL="0" rtl="0" algn="r">
              <a:spcBef>
                <a:spcPts val="210"/>
              </a:spcBef>
              <a:spcAft>
                <a:spcPts val="0"/>
              </a:spcAft>
              <a:buNone/>
            </a:pPr>
            <a:r>
              <a:rPr sz="800">
                <a:solidFill>
                  <a:srgbClr val="555555"/>
                </a:solidFill>
              </a:rPr>
              <a:t>Prodigal · MMseqs2 · DIAMOND · MAFFT · IQ-TREE 3 · PAML 4.10</a:t>
            </a:r>
            <a:endParaRPr/>
          </a:p>
        </p:txBody>
      </p:sp>
      <p:sp>
        <p:nvSpPr>
          <p:cNvPr id="138" name="Step 1"/>
          <p:cNvSpPr/>
          <p:nvPr/>
        </p:nvSpPr>
        <p:spPr>
          <a:xfrm>
            <a:off x="4754880" y="1161288"/>
            <a:ext cx="4069080" cy="502920"/>
          </a:xfrm>
          <a:prstGeom prst="roundRect">
            <a:avLst>
              <a:gd name="adj" fmla="val 12000"/>
            </a:avLst>
          </a:prstGeom>
          <a:solidFill>
            <a:srgbClr val="FFFFFF"/>
          </a:solidFill>
          <a:ln w="9525">
            <a:solidFill>
              <a:srgbClr val="C8C8C8"/>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100" b="1">
                <a:solidFill>
                  <a:srgbClr val="1A1A1A"/>
                </a:solidFill>
              </a:rPr>
              <a:t>1  132 genomes → Prodigal → MMseqs2</a:t>
            </a:r>
          </a:p>
          <a:p>
            <a:pPr algn="l"/>
            <a:r>
              <a:rPr sz="1000" b="0">
                <a:solidFill>
                  <a:srgbClr val="555555"/>
                </a:solidFill>
              </a:rPr>
              <a:t>1,642 orthogroups</a:t>
            </a:r>
          </a:p>
        </p:txBody>
      </p:sp>
      <p:cxnSp>
        <p:nvCxnSpPr>
          <p:cNvPr id="139" name="Arrow 1"/>
          <p:cNvCxnSpPr/>
          <p:nvPr/>
        </p:nvCxnSpPr>
        <p:spPr>
          <a:xfrm>
            <a:off x="6789420" y="1664208"/>
            <a:ext cx="0" cy="118872"/>
          </a:xfrm>
          <a:prstGeom prst="line">
            <a:avLst/>
          </a:prstGeom>
          <a:ln w="15875">
            <a:solidFill>
              <a:srgbClr val="9A9A9A"/>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0" name="Step 2"/>
          <p:cNvSpPr/>
          <p:nvPr/>
        </p:nvSpPr>
        <p:spPr>
          <a:xfrm>
            <a:off x="4754880" y="1783080"/>
            <a:ext cx="4069080" cy="502920"/>
          </a:xfrm>
          <a:prstGeom prst="roundRect">
            <a:avLst>
              <a:gd name="adj" fmla="val 12000"/>
            </a:avLst>
          </a:prstGeom>
          <a:solidFill>
            <a:srgbClr val="FFFFFF"/>
          </a:solidFill>
          <a:ln w="9525">
            <a:solidFill>
              <a:srgbClr val="C8C8C8"/>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100" b="1">
                <a:solidFill>
                  <a:srgbClr val="1A1A1A"/>
                </a:solidFill>
              </a:rPr>
              <a:t>2  99 single-copy OGs → IQ-TREE</a:t>
            </a:r>
          </a:p>
          <a:p>
            <a:pPr algn="l"/>
            <a:r>
              <a:rPr sz="1000" b="0">
                <a:solidFill>
                  <a:srgbClr val="555555"/>
                </a:solidFill>
              </a:rPr>
              <a:t>species tree → 4 host-range clades</a:t>
            </a:r>
          </a:p>
        </p:txBody>
      </p:sp>
      <p:cxnSp>
        <p:nvCxnSpPr>
          <p:cNvPr id="141" name="Arrow 2"/>
          <p:cNvCxnSpPr/>
          <p:nvPr/>
        </p:nvCxnSpPr>
        <p:spPr>
          <a:xfrm>
            <a:off x="6789420" y="2286000"/>
            <a:ext cx="0" cy="118872"/>
          </a:xfrm>
          <a:prstGeom prst="line">
            <a:avLst/>
          </a:prstGeom>
          <a:ln w="15875">
            <a:solidFill>
              <a:srgbClr val="9A9A9A"/>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2" name="Step 3"/>
          <p:cNvSpPr/>
          <p:nvPr/>
        </p:nvSpPr>
        <p:spPr>
          <a:xfrm>
            <a:off x="4754880" y="2404872"/>
            <a:ext cx="4069080" cy="502920"/>
          </a:xfrm>
          <a:prstGeom prst="roundRect">
            <a:avLst>
              <a:gd name="adj" fmla="val 12000"/>
            </a:avLst>
          </a:prstGeom>
          <a:solidFill>
            <a:srgbClr val="FFFFFF"/>
          </a:solidFill>
          <a:ln w="9525">
            <a:solidFill>
              <a:srgbClr val="C8C8C8"/>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100" b="1">
                <a:solidFill>
                  <a:srgbClr val="1A1A1A"/>
                </a:solidFill>
              </a:rPr>
              <a:t>3  DIAMOND vs algae × prevalence</a:t>
            </a:r>
          </a:p>
          <a:p>
            <a:pPr algn="l"/>
            <a:r>
              <a:rPr sz="1000" b="0">
                <a:solidFill>
                  <a:srgbClr val="555555"/>
                </a:solidFill>
              </a:rPr>
              <a:t>4 gene classes</a:t>
            </a:r>
          </a:p>
        </p:txBody>
      </p:sp>
      <p:cxnSp>
        <p:nvCxnSpPr>
          <p:cNvPr id="143" name="Arrow 3"/>
          <p:cNvCxnSpPr/>
          <p:nvPr/>
        </p:nvCxnSpPr>
        <p:spPr>
          <a:xfrm>
            <a:off x="6789420" y="2907792"/>
            <a:ext cx="0" cy="118872"/>
          </a:xfrm>
          <a:prstGeom prst="line">
            <a:avLst/>
          </a:prstGeom>
          <a:ln w="15875">
            <a:solidFill>
              <a:srgbClr val="9A9A9A"/>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4" name="Step 4"/>
          <p:cNvSpPr/>
          <p:nvPr/>
        </p:nvSpPr>
        <p:spPr>
          <a:xfrm>
            <a:off x="4754880" y="3026664"/>
            <a:ext cx="4069080" cy="502920"/>
          </a:xfrm>
          <a:prstGeom prst="roundRect">
            <a:avLst>
              <a:gd name="adj" fmla="val 12000"/>
            </a:avLst>
          </a:prstGeom>
          <a:solidFill>
            <a:srgbClr val="FDE6D8"/>
          </a:solidFill>
          <a:ln w="9525">
            <a:solidFill>
              <a:srgbClr val="C8C8C8"/>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100" b="1">
                <a:solidFill>
                  <a:srgbClr val="1A1A1A"/>
                </a:solidFill>
              </a:rPr>
              <a:t>4  codon alignments → codeml M0</a:t>
            </a:r>
          </a:p>
          <a:p>
            <a:pPr algn="l"/>
            <a:r>
              <a:rPr sz="1000" b="0">
                <a:solidFill>
                  <a:srgbClr val="555555"/>
                </a:solidFill>
              </a:rPr>
              <a:t>ω per gene × clade + LRT vs ω = 1</a:t>
            </a:r>
          </a:p>
        </p:txBody>
      </p:sp>
      <p:cxnSp>
        <p:nvCxnSpPr>
          <p:cNvPr id="145" name="Arrow 4"/>
          <p:cNvCxnSpPr/>
          <p:nvPr/>
        </p:nvCxnSpPr>
        <p:spPr>
          <a:xfrm>
            <a:off x="6789420" y="3529584"/>
            <a:ext cx="0" cy="118872"/>
          </a:xfrm>
          <a:prstGeom prst="line">
            <a:avLst/>
          </a:prstGeom>
          <a:ln w="15875">
            <a:solidFill>
              <a:srgbClr val="9A9A9A"/>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6" name="Step 5"/>
          <p:cNvSpPr/>
          <p:nvPr/>
        </p:nvSpPr>
        <p:spPr>
          <a:xfrm>
            <a:off x="4754880" y="3648456"/>
            <a:ext cx="4069080" cy="502920"/>
          </a:xfrm>
          <a:prstGeom prst="roundRect">
            <a:avLst>
              <a:gd name="adj" fmla="val 12000"/>
            </a:avLst>
          </a:prstGeom>
          <a:solidFill>
            <a:srgbClr val="FFFFFF"/>
          </a:solidFill>
          <a:ln w="9525">
            <a:solidFill>
              <a:srgbClr val="C8C8C8"/>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100" b="1">
                <a:solidFill>
                  <a:srgbClr val="1A1A1A"/>
                </a:solidFill>
              </a:rPr>
              <a:t>5  site π_aa · host-domain map · upstream</a:t>
            </a:r>
          </a:p>
          <a:p>
            <a:pPr algn="l"/>
            <a:r>
              <a:rPr sz="1000" b="0">
                <a:solidFill>
                  <a:srgbClr val="555555"/>
                </a:solidFill>
              </a:rPr>
              <a:t>where is the conservation?</a:t>
            </a: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sp>
        <p:nvSpPr>
          <p:cNvPr id="144" name="Google Shape;144;p17"/>
          <p:cNvSpPr txBox="1"/>
          <p:nvPr>
            <p:ph type="title"/>
          </p:nvPr>
        </p:nvSpPr>
        <p:spPr>
          <a:xfrm>
            <a:off x="161950" y="141723"/>
            <a:ext cx="8730000" cy="385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a:solidFill>
                  <a:srgbClr val="1A1A1A"/>
                </a:solidFill>
              </a:rPr>
              <a:t>Results 1: stolen genes are under purifying selection</a:t>
            </a:r>
            <a:endParaRPr/>
          </a:p>
        </p:txBody>
      </p:sp>
      <p:sp>
        <p:nvSpPr>
          <p:cNvPr id="145" name="Google Shape;145;p17"/>
          <p:cNvSpPr txBox="1"/>
          <p:nvPr>
            <p:ph idx="1" type="body"/>
          </p:nvPr>
        </p:nvSpPr>
        <p:spPr>
          <a:xfrm>
            <a:off x="3017520" y="658368"/>
            <a:ext cx="5897880" cy="384048"/>
          </a:xfrm>
          <a:prstGeom prst="rect">
            <a:avLst/>
          </a:prstGeom>
        </p:spPr>
        <p:txBody>
          <a:bodyPr anchorCtr="0" anchor="t" bIns="41425" lIns="82875" spcFirstLastPara="1" rIns="82875" wrap="square" tIns="41425">
            <a:noAutofit/>
          </a:bodyPr>
          <a:lstStyle/>
          <a:p>
            <a:pPr indent="0" lvl="0" marL="0" rtl="0" algn="l">
              <a:spcBef>
                <a:spcPts val="320"/>
              </a:spcBef>
              <a:spcAft>
                <a:spcPts val="0"/>
              </a:spcAft>
              <a:buNone/>
            </a:pPr>
            <a:r>
              <a:rPr sz="900">
                <a:solidFill>
                  <a:srgbClr val="555555"/>
                </a:solidFill>
              </a:rPr>
              <a:t>Fig. 2. dN/dS per gene × clade (n = 1,342). A: by class; B: median per clade; C: per-gene LRT against ω = 1</a:t>
            </a:r>
            <a:endParaRPr/>
          </a:p>
        </p:txBody>
      </p:sp>
      <p:sp>
        <p:nvSpPr>
          <p:cNvPr id="146" name="Google Shape;146;p17"/>
          <p:cNvSpPr txBox="1"/>
          <p:nvPr>
            <p:ph idx="2" type="body"/>
          </p:nvPr>
        </p:nvSpPr>
        <p:spPr>
          <a:xfrm>
            <a:off x="161926" y="681729"/>
            <a:ext cx="2743200" cy="3960000"/>
          </a:xfrm>
          <a:prstGeom prst="rect">
            <a:avLst/>
          </a:prstGeom>
        </p:spPr>
        <p:txBody>
          <a:bodyPr anchorCtr="0" anchor="t" bIns="41425" lIns="82875" spcFirstLastPara="1" rIns="82875" wrap="square" tIns="41425">
            <a:noAutofit/>
          </a:bodyPr>
          <a:lstStyle/>
          <a:p>
            <a:pPr indent="0" lvl="0" marL="0" rtl="0" algn="l">
              <a:spcBef>
                <a:spcPts val="320"/>
              </a:spcBef>
              <a:spcAft>
                <a:spcPts val="0"/>
              </a:spcAft>
              <a:buNone/>
            </a:pPr>
            <a:r>
              <a:rPr sz="3000" b="1">
                <a:solidFill>
                  <a:srgbClr val="C2501F"/>
                </a:solidFill>
              </a:rPr>
              <a:t>97 %</a:t>
            </a:r>
            <a:endParaRPr/>
          </a:p>
          <a:p>
            <a:pPr indent="0" lvl="0" marL="0" rtl="0" algn="l">
              <a:spcBef>
                <a:spcPts val="320"/>
              </a:spcBef>
              <a:spcAft>
                <a:spcPts val="0"/>
              </a:spcAft>
              <a:buNone/>
            </a:pPr>
            <a:r>
              <a:rPr sz="1100">
                <a:solidFill>
                  <a:srgbClr val="1A1A1A"/>
                </a:solidFill>
              </a:rPr>
              <a:t>of stolen genes reject ω = 1 (114/117, LRT q &lt; 0.05)</a:t>
            </a:r>
          </a:p>
          <a:p>
            <a:pPr indent="0" lvl="0" marL="0" rtl="0" algn="l">
              <a:spcBef>
                <a:spcPts val="800"/>
              </a:spcBef>
              <a:spcAft>
                <a:spcPts val="0"/>
              </a:spcAft>
              <a:buNone/>
            </a:pPr>
            <a:r>
              <a:rPr sz="3000" b="1">
                <a:solidFill>
                  <a:srgbClr val="C2501F"/>
                </a:solidFill>
              </a:rPr>
              <a:t>0.10</a:t>
            </a:r>
          </a:p>
          <a:p>
            <a:pPr indent="0" lvl="0" marL="0" rtl="0" algn="l">
              <a:spcBef>
                <a:spcPts val="320"/>
              </a:spcBef>
              <a:spcAft>
                <a:spcPts val="0"/>
              </a:spcAft>
              <a:buNone/>
            </a:pPr>
            <a:r>
              <a:rPr sz="1100">
                <a:solidFill>
                  <a:srgbClr val="1A1A1A"/>
                </a:solidFill>
              </a:rPr>
              <a:t>median ω, same as core viral genes (0.095); OLS β = +0.04, p = 0.34</a:t>
            </a:r>
          </a:p>
          <a:p>
            <a:pPr indent="0" lvl="0" marL="0" rtl="0" algn="l">
              <a:spcBef>
                <a:spcPts val="800"/>
              </a:spcBef>
              <a:spcAft>
                <a:spcPts val="0"/>
              </a:spcAft>
              <a:buNone/>
            </a:pPr>
            <a:r>
              <a:rPr sz="1100">
                <a:solidFill>
                  <a:srgbClr val="1A1A1A"/>
                </a:solidFill>
              </a:rPr>
              <a:t>ORFans are the loosest: ω = 0.18, 9 % not different from neutral</a:t>
            </a:r>
          </a:p>
          <a:p>
            <a:pPr indent="0" lvl="0" marL="0" rtl="0" algn="l">
              <a:spcBef>
                <a:spcPts val="800"/>
              </a:spcBef>
              <a:spcAft>
                <a:spcPts val="0"/>
              </a:spcAft>
              <a:buNone/>
            </a:pPr>
            <a:r>
              <a:rPr sz="1100">
                <a:solidFill>
                  <a:srgbClr val="1A1A1A"/>
                </a:solidFill>
              </a:rPr>
              <a:t>Same in all 4 clades; ω does not depend on identity to the host homolog (ρ = −0.10, p = 0.36)</a:t>
            </a:r>
          </a:p>
          <a:p>
            <a:pPr indent="0" lvl="0" marL="0" rtl="0" algn="l">
              <a:spcBef>
                <a:spcPts val="800"/>
              </a:spcBef>
              <a:spcAft>
                <a:spcPts val="0"/>
              </a:spcAft>
              <a:buNone/>
            </a:pPr>
            <a:r>
              <a:rPr sz="1200" b="1">
                <a:solidFill>
                  <a:srgbClr val="1A1A1A"/>
                </a:solidFill>
              </a:rPr>
              <a:t>→ H0 (neutral cargo) is rejected</a:t>
            </a:r>
          </a:p>
        </p:txBody>
      </p:sp>
      <p:sp>
        <p:nvSpPr>
          <p:cNvPr id="147" name="Google Shape;147;p17"/>
          <p:cNvSpPr txBox="1"/>
          <p:nvPr>
            <p:ph idx="3" type="body"/>
          </p:nvPr>
        </p:nvSpPr>
        <p:spPr>
          <a:xfrm>
            <a:off x="4661974" y="4371770"/>
            <a:ext cx="4230000" cy="270000"/>
          </a:xfrm>
          <a:prstGeom prst="rect">
            <a:avLst/>
          </a:prstGeom>
        </p:spPr>
        <p:txBody>
          <a:bodyPr anchorCtr="0" anchor="b" bIns="41425" lIns="82875" spcFirstLastPara="1" rIns="82875" wrap="square" tIns="41425">
            <a:noAutofit/>
          </a:bodyPr>
          <a:lstStyle/>
          <a:p>
            <a:pPr indent="0" lvl="0" marL="0" rtl="0" algn="r">
              <a:spcBef>
                <a:spcPts val="210"/>
              </a:spcBef>
              <a:spcAft>
                <a:spcPts val="0"/>
              </a:spcAft>
              <a:buNone/>
            </a:pPr>
            <a:r>
              <a:rPr sz="800">
                <a:solidFill>
                  <a:srgbClr val="555555"/>
                </a:solidFill>
              </a:rPr>
              <a:t>codeml M0 (PAML); BH correction; all numbers in results/stats.txt</a:t>
            </a:r>
            <a:endParaRPr/>
          </a:p>
        </p:txBody>
      </p:sp>
      <p:pic>
        <p:nvPicPr>
          <p:cNvPr id="148" name="Fig2" descr="Fig2_selection.png"/>
          <p:cNvPicPr>
            <a:picLocks noChangeAspect="1"/>
          </p:cNvPicPr>
          <p:nvPr/>
        </p:nvPicPr>
        <p:blipFill>
          <a:blip r:embed="rId4"/>
          <a:stretch>
            <a:fillRect/>
          </a:stretch>
        </p:blipFill>
        <p:spPr>
          <a:xfrm>
            <a:off x="3017520" y="1078992"/>
            <a:ext cx="5897880" cy="3251788"/>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sp>
        <p:nvSpPr>
          <p:cNvPr id="144" name="Google Shape;144;p17"/>
          <p:cNvSpPr txBox="1"/>
          <p:nvPr>
            <p:ph type="title"/>
          </p:nvPr>
        </p:nvSpPr>
        <p:spPr>
          <a:xfrm>
            <a:off x="161950" y="141723"/>
            <a:ext cx="8730000" cy="385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a:solidFill>
                  <a:srgbClr val="1A1A1A"/>
                </a:solidFill>
              </a:rPr>
              <a:t>Results 2: the host domain is kept, the promoter is looser</a:t>
            </a:r>
            <a:endParaRPr/>
          </a:p>
        </p:txBody>
      </p:sp>
      <p:sp>
        <p:nvSpPr>
          <p:cNvPr id="145" name="Google Shape;145;p17"/>
          <p:cNvSpPr txBox="1"/>
          <p:nvPr>
            <p:ph idx="1" type="body"/>
          </p:nvPr>
        </p:nvSpPr>
        <p:spPr>
          <a:xfrm>
            <a:off x="3017520" y="658368"/>
            <a:ext cx="5897880" cy="384048"/>
          </a:xfrm>
          <a:prstGeom prst="rect">
            <a:avLst/>
          </a:prstGeom>
        </p:spPr>
        <p:txBody>
          <a:bodyPr anchorCtr="0" anchor="t" bIns="41425" lIns="82875" spcFirstLastPara="1" rIns="82875" wrap="square" tIns="41425">
            <a:noAutofit/>
          </a:bodyPr>
          <a:lstStyle/>
          <a:p>
            <a:pPr indent="0" lvl="0" marL="0" rtl="0" algn="l">
              <a:spcBef>
                <a:spcPts val="320"/>
              </a:spcBef>
              <a:spcAft>
                <a:spcPts val="0"/>
              </a:spcAft>
              <a:buNone/>
            </a:pPr>
            <a:r>
              <a:rPr sz="900">
                <a:solidFill>
                  <a:srgbClr val="555555"/>
                </a:solidFill>
              </a:rPr>
              <a:t>Fig. 3. A: aa diversity in host-homologous vs viral-specific regions; B: example gene PBCV-1 A053R; C: upstream divergence / dS</a:t>
            </a:r>
            <a:endParaRPr/>
          </a:p>
        </p:txBody>
      </p:sp>
      <p:sp>
        <p:nvSpPr>
          <p:cNvPr id="146" name="Google Shape;146;p17"/>
          <p:cNvSpPr txBox="1"/>
          <p:nvPr>
            <p:ph idx="2" type="body"/>
          </p:nvPr>
        </p:nvSpPr>
        <p:spPr>
          <a:xfrm>
            <a:off x="161926" y="681729"/>
            <a:ext cx="2743200" cy="2103120"/>
          </a:xfrm>
          <a:prstGeom prst="rect">
            <a:avLst/>
          </a:prstGeom>
        </p:spPr>
        <p:txBody>
          <a:bodyPr anchorCtr="0" anchor="t" bIns="41425" lIns="82875" spcFirstLastPara="1" rIns="82875" wrap="square" tIns="41425">
            <a:noAutofit/>
          </a:bodyPr>
          <a:lstStyle/>
          <a:p>
            <a:pPr indent="0" lvl="0" marL="0" rtl="0" algn="l">
              <a:spcBef>
                <a:spcPts val="320"/>
              </a:spcBef>
              <a:spcAft>
                <a:spcPts val="0"/>
              </a:spcAft>
              <a:buNone/>
            </a:pPr>
            <a:r>
              <a:rPr sz="1100" b="1">
                <a:solidFill>
                  <a:srgbClr val="1A1A1A"/>
                </a:solidFill>
              </a:rPr>
              <a:t>Host domain conserved: </a:t>
            </a:r>
            <a:r>
              <a:rPr sz="1100">
                <a:solidFill>
                  <a:srgbClr val="1A1A1A"/>
                </a:solidFill>
              </a:rPr>
              <a:t>π_aa 0.031 vs 0.108 in viral additions (p = 1e-10; 84 % of stolen genes)</a:t>
            </a:r>
            <a:endParaRPr/>
          </a:p>
          <a:p>
            <a:pPr indent="0" lvl="0" marL="0" rtl="0" algn="l">
              <a:spcBef>
                <a:spcPts val="800"/>
              </a:spcBef>
              <a:spcAft>
                <a:spcPts val="0"/>
              </a:spcAft>
              <a:buNone/>
            </a:pPr>
            <a:r>
              <a:rPr sz="1100" b="1">
                <a:solidFill>
                  <a:srgbClr val="1A1A1A"/>
                </a:solidFill>
              </a:rPr>
              <a:t>Conserved blocks </a:t>
            </a:r>
            <a:r>
              <a:rPr sz="1100">
                <a:solidFill>
                  <a:srgbClr val="1A1A1A"/>
                </a:solidFill>
              </a:rPr>
              <a:t>in 51 % of stolen vs 38 % of core genes (χ² p = 0.03)</a:t>
            </a:r>
          </a:p>
          <a:p>
            <a:pPr indent="0" lvl="0" marL="0" rtl="0" algn="l">
              <a:spcBef>
                <a:spcPts val="800"/>
              </a:spcBef>
              <a:spcAft>
                <a:spcPts val="0"/>
              </a:spcAft>
              <a:buNone/>
            </a:pPr>
            <a:r>
              <a:rPr sz="1100" b="1">
                <a:solidFill>
                  <a:srgbClr val="1A1A1A"/>
                </a:solidFill>
              </a:rPr>
              <a:t>Promoter constrained but looser: </a:t>
            </a:r>
            <a:r>
              <a:rPr sz="1100">
                <a:solidFill>
                  <a:srgbClr val="1A1A1A"/>
                </a:solidFill>
              </a:rPr>
              <a:t>d_up/dS 0.64 vs 0.32 in core genes (p = 8e-9, δ = 0.43)</a:t>
            </a:r>
          </a:p>
        </p:txBody>
      </p:sp>
      <p:sp>
        <p:nvSpPr>
          <p:cNvPr id="147" name="Google Shape;147;p17"/>
          <p:cNvSpPr txBox="1"/>
          <p:nvPr>
            <p:ph idx="3" type="body"/>
          </p:nvPr>
        </p:nvSpPr>
        <p:spPr>
          <a:xfrm>
            <a:off x="4661974" y="4371770"/>
            <a:ext cx="4230000" cy="270000"/>
          </a:xfrm>
          <a:prstGeom prst="rect">
            <a:avLst/>
          </a:prstGeom>
        </p:spPr>
        <p:txBody>
          <a:bodyPr anchorCtr="0" anchor="b" bIns="41425" lIns="82875" spcFirstLastPara="1" rIns="82875" wrap="square" tIns="41425">
            <a:noAutofit/>
          </a:bodyPr>
          <a:lstStyle/>
          <a:p>
            <a:pPr indent="0" lvl="0" marL="0" rtl="0" algn="r">
              <a:spcBef>
                <a:spcPts val="210"/>
              </a:spcBef>
              <a:spcAft>
                <a:spcPts val="0"/>
              </a:spcAft>
              <a:buNone/>
            </a:pPr>
            <a:r>
              <a:rPr sz="800">
                <a:solidFill>
                  <a:srgbClr val="555555"/>
                </a:solidFill>
              </a:rPr>
              <a:t>Limits: algal homology ≠ proven host origin; one ω per gene (M0); promoters only where intergenic ≥ 40 nt</a:t>
            </a:r>
            <a:endParaRPr/>
          </a:p>
        </p:txBody>
      </p:sp>
      <p:sp>
        <p:nvSpPr>
          <p:cNvPr id="149" name="Conclusion"/>
          <p:cNvSpPr/>
          <p:nvPr/>
        </p:nvSpPr>
        <p:spPr>
          <a:xfrm>
            <a:off x="228600" y="2880360"/>
            <a:ext cx="2697480" cy="1325880"/>
          </a:xfrm>
          <a:prstGeom prst="roundRect">
            <a:avLst>
              <a:gd name="adj" fmla="val 12000"/>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73152" tIns="73152" bIns="36576"/>
          <a:lstStyle/>
          <a:p>
            <a:pPr algn="l"/>
            <a:r>
              <a:rPr sz="1200" b="1">
                <a:solidFill>
                  <a:srgbClr val="F29A6E"/>
                </a:solidFill>
              </a:rPr>
              <a:t>Conclusion</a:t>
            </a:r>
          </a:p>
          <a:p>
            <a:pPr algn="l"/>
            <a:r>
              <a:rPr sz="1050" b="0">
                <a:solidFill>
                  <a:srgbClr val="F3F1EA"/>
                </a:solidFill>
              </a:rPr>
              <a:t>The stolen package is domesticated: the virus keeps the host function, while its regulation is still being wired in. The truly neutral candidates are the ORFans.</a:t>
            </a:r>
          </a:p>
        </p:txBody>
      </p:sp>
      <p:pic>
        <p:nvPicPr>
          <p:cNvPr id="150" name="Fig3" descr="Fig3_regions_promoters.png"/>
          <p:cNvPicPr>
            <a:picLocks noChangeAspect="1"/>
          </p:cNvPicPr>
          <p:nvPr/>
        </p:nvPicPr>
        <p:blipFill>
          <a:blip r:embed="rId2"/>
          <a:stretch>
            <a:fillRect/>
          </a:stretch>
        </p:blipFill>
        <p:spPr>
          <a:xfrm>
            <a:off x="3017520" y="1143000"/>
            <a:ext cx="5897880" cy="2960748"/>
          </a:xfrm>
          <a:prstGeom prst="rect">
            <a:avLst/>
          </a:prstGeom>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General">
  <a:themeElements>
    <a:clrScheme name="Стандартная">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